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9" r:id="rId2"/>
    <p:sldId id="258" r:id="rId3"/>
    <p:sldId id="303" r:id="rId4"/>
    <p:sldId id="366" r:id="rId5"/>
    <p:sldId id="376" r:id="rId6"/>
    <p:sldId id="380" r:id="rId7"/>
    <p:sldId id="377" r:id="rId8"/>
    <p:sldId id="378" r:id="rId9"/>
    <p:sldId id="382" r:id="rId10"/>
    <p:sldId id="381" r:id="rId11"/>
    <p:sldId id="379" r:id="rId12"/>
    <p:sldId id="384" r:id="rId13"/>
    <p:sldId id="392" r:id="rId14"/>
    <p:sldId id="389" r:id="rId15"/>
    <p:sldId id="391" r:id="rId16"/>
    <p:sldId id="390" r:id="rId17"/>
    <p:sldId id="388" r:id="rId18"/>
    <p:sldId id="393" r:id="rId19"/>
    <p:sldId id="394" r:id="rId2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AD94661-09F3-4518-B9AB-0790363BA16E}" v="49" dt="2026-01-27T17:14:52.5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 varScale="1">
        <p:scale>
          <a:sx n="147" d="100"/>
          <a:sy n="147" d="100"/>
        </p:scale>
        <p:origin x="66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종현 김" userId="4e62a0cd71f6508f" providerId="LiveId" clId="{6E62CB57-B7C1-44BE-9515-1C88952032F1}"/>
    <pc:docChg chg="undo custSel addSld delSld modSld sldOrd">
      <pc:chgData name="종현 김" userId="4e62a0cd71f6508f" providerId="LiveId" clId="{6E62CB57-B7C1-44BE-9515-1C88952032F1}" dt="2026-01-27T17:16:20.268" v="12132" actId="20577"/>
      <pc:docMkLst>
        <pc:docMk/>
      </pc:docMkLst>
      <pc:sldChg chg="modSp mod">
        <pc:chgData name="종현 김" userId="4e62a0cd71f6508f" providerId="LiveId" clId="{6E62CB57-B7C1-44BE-9515-1C88952032F1}" dt="2026-01-27T15:03:59.651" v="7565" actId="20577"/>
        <pc:sldMkLst>
          <pc:docMk/>
          <pc:sldMk cId="3906222446" sldId="258"/>
        </pc:sldMkLst>
        <pc:spChg chg="mod">
          <ac:chgData name="종현 김" userId="4e62a0cd71f6508f" providerId="LiveId" clId="{6E62CB57-B7C1-44BE-9515-1C88952032F1}" dt="2026-01-27T15:03:59.651" v="7565" actId="20577"/>
          <ac:spMkLst>
            <pc:docMk/>
            <pc:sldMk cId="3906222446" sldId="258"/>
            <ac:spMk id="3" creationId="{7C778E5D-C179-E5E5-01C2-F5C104F2A85B}"/>
          </ac:spMkLst>
        </pc:spChg>
      </pc:sldChg>
      <pc:sldChg chg="modSp mod">
        <pc:chgData name="종현 김" userId="4e62a0cd71f6508f" providerId="LiveId" clId="{6E62CB57-B7C1-44BE-9515-1C88952032F1}" dt="2026-01-07T08:26:58.956" v="4376" actId="20577"/>
        <pc:sldMkLst>
          <pc:docMk/>
          <pc:sldMk cId="2937531716" sldId="259"/>
        </pc:sldMkLst>
        <pc:spChg chg="mod">
          <ac:chgData name="종현 김" userId="4e62a0cd71f6508f" providerId="LiveId" clId="{6E62CB57-B7C1-44BE-9515-1C88952032F1}" dt="2026-01-07T08:26:53.945" v="4368" actId="20577"/>
          <ac:spMkLst>
            <pc:docMk/>
            <pc:sldMk cId="2937531716" sldId="259"/>
            <ac:spMk id="2" creationId="{005A92FA-518A-0B6D-16FB-CD7306E21572}"/>
          </ac:spMkLst>
        </pc:spChg>
        <pc:spChg chg="mod">
          <ac:chgData name="종현 김" userId="4e62a0cd71f6508f" providerId="LiveId" clId="{6E62CB57-B7C1-44BE-9515-1C88952032F1}" dt="2026-01-07T08:26:58.956" v="4376" actId="20577"/>
          <ac:spMkLst>
            <pc:docMk/>
            <pc:sldMk cId="2937531716" sldId="259"/>
            <ac:spMk id="4" creationId="{C9087AB0-D8D5-7543-BEEF-A82F9DA2BBE9}"/>
          </ac:spMkLst>
        </pc:spChg>
      </pc:sldChg>
      <pc:sldChg chg="addSp delSp modSp mod">
        <pc:chgData name="종현 김" userId="4e62a0cd71f6508f" providerId="LiveId" clId="{6E62CB57-B7C1-44BE-9515-1C88952032F1}" dt="2026-01-07T08:29:54.963" v="4697" actId="20577"/>
        <pc:sldMkLst>
          <pc:docMk/>
          <pc:sldMk cId="625091368" sldId="303"/>
        </pc:sldMkLst>
        <pc:spChg chg="mod">
          <ac:chgData name="종현 김" userId="4e62a0cd71f6508f" providerId="LiveId" clId="{6E62CB57-B7C1-44BE-9515-1C88952032F1}" dt="2026-01-07T08:29:54.963" v="4697" actId="20577"/>
          <ac:spMkLst>
            <pc:docMk/>
            <pc:sldMk cId="625091368" sldId="303"/>
            <ac:spMk id="6" creationId="{4D7752D0-F6B1-D2CE-B288-27FBFEB8840D}"/>
          </ac:spMkLst>
        </pc:spChg>
        <pc:picChg chg="add mod">
          <ac:chgData name="종현 김" userId="4e62a0cd71f6508f" providerId="LiveId" clId="{6E62CB57-B7C1-44BE-9515-1C88952032F1}" dt="2026-01-07T08:28:44.534" v="4430" actId="1076"/>
          <ac:picMkLst>
            <pc:docMk/>
            <pc:sldMk cId="625091368" sldId="303"/>
            <ac:picMk id="7" creationId="{0491AA6E-80E2-3117-7026-C7D0F0914DFE}"/>
          </ac:picMkLst>
        </pc:picChg>
      </pc:sldChg>
      <pc:sldChg chg="addSp delSp modSp mod">
        <pc:chgData name="종현 김" userId="4e62a0cd71f6508f" providerId="LiveId" clId="{6E62CB57-B7C1-44BE-9515-1C88952032F1}" dt="2026-01-27T15:01:02.316" v="7426" actId="20577"/>
        <pc:sldMkLst>
          <pc:docMk/>
          <pc:sldMk cId="365172425" sldId="366"/>
        </pc:sldMkLst>
        <pc:spChg chg="mod">
          <ac:chgData name="종현 김" userId="4e62a0cd71f6508f" providerId="LiveId" clId="{6E62CB57-B7C1-44BE-9515-1C88952032F1}" dt="2026-01-07T08:30:57.329" v="4735" actId="20577"/>
          <ac:spMkLst>
            <pc:docMk/>
            <pc:sldMk cId="365172425" sldId="366"/>
            <ac:spMk id="2" creationId="{98C1CC4D-85E6-B2CF-B4D7-394C3BFE4174}"/>
          </ac:spMkLst>
        </pc:spChg>
        <pc:spChg chg="mod">
          <ac:chgData name="종현 김" userId="4e62a0cd71f6508f" providerId="LiveId" clId="{6E62CB57-B7C1-44BE-9515-1C88952032F1}" dt="2026-01-27T15:01:02.316" v="7426" actId="20577"/>
          <ac:spMkLst>
            <pc:docMk/>
            <pc:sldMk cId="365172425" sldId="366"/>
            <ac:spMk id="5" creationId="{555B4C55-1162-D746-DEF4-7B495D90A807}"/>
          </ac:spMkLst>
        </pc:spChg>
        <pc:picChg chg="add mod">
          <ac:chgData name="종현 김" userId="4e62a0cd71f6508f" providerId="LiveId" clId="{6E62CB57-B7C1-44BE-9515-1C88952032F1}" dt="2026-01-07T08:30:50.170" v="4708" actId="1076"/>
          <ac:picMkLst>
            <pc:docMk/>
            <pc:sldMk cId="365172425" sldId="366"/>
            <ac:picMk id="7" creationId="{46E98198-A693-B98E-2E44-2670C5A66403}"/>
          </ac:picMkLst>
        </pc:picChg>
      </pc:sldChg>
      <pc:sldChg chg="modSp del mod">
        <pc:chgData name="종현 김" userId="4e62a0cd71f6508f" providerId="LiveId" clId="{6E62CB57-B7C1-44BE-9515-1C88952032F1}" dt="2026-01-27T16:56:15.729" v="11404" actId="47"/>
        <pc:sldMkLst>
          <pc:docMk/>
          <pc:sldMk cId="3918986479" sldId="375"/>
        </pc:sldMkLst>
      </pc:sldChg>
      <pc:sldChg chg="addSp modSp add mod">
        <pc:chgData name="종현 김" userId="4e62a0cd71f6508f" providerId="LiveId" clId="{6E62CB57-B7C1-44BE-9515-1C88952032F1}" dt="2026-01-27T15:00:22.235" v="7410" actId="20577"/>
        <pc:sldMkLst>
          <pc:docMk/>
          <pc:sldMk cId="533724762" sldId="376"/>
        </pc:sldMkLst>
        <pc:spChg chg="mod">
          <ac:chgData name="종현 김" userId="4e62a0cd71f6508f" providerId="LiveId" clId="{6E62CB57-B7C1-44BE-9515-1C88952032F1}" dt="2026-01-07T08:32:49.666" v="5024" actId="20577"/>
          <ac:spMkLst>
            <pc:docMk/>
            <pc:sldMk cId="533724762" sldId="376"/>
            <ac:spMk id="2" creationId="{0DAC49B8-E642-C07D-4F86-9C1C668544D1}"/>
          </ac:spMkLst>
        </pc:spChg>
        <pc:spChg chg="mod">
          <ac:chgData name="종현 김" userId="4e62a0cd71f6508f" providerId="LiveId" clId="{6E62CB57-B7C1-44BE-9515-1C88952032F1}" dt="2026-01-07T08:51:39.976" v="7104" actId="20577"/>
          <ac:spMkLst>
            <pc:docMk/>
            <pc:sldMk cId="533724762" sldId="376"/>
            <ac:spMk id="3" creationId="{FFF4853A-B42B-96A1-6972-AC2A7CB564D3}"/>
          </ac:spMkLst>
        </pc:spChg>
        <pc:spChg chg="mod">
          <ac:chgData name="종현 김" userId="4e62a0cd71f6508f" providerId="LiveId" clId="{6E62CB57-B7C1-44BE-9515-1C88952032F1}" dt="2026-01-27T15:00:22.235" v="7410" actId="20577"/>
          <ac:spMkLst>
            <pc:docMk/>
            <pc:sldMk cId="533724762" sldId="376"/>
            <ac:spMk id="5" creationId="{A067B7A1-8C29-E3CC-F0E8-B57003978750}"/>
          </ac:spMkLst>
        </pc:spChg>
        <pc:picChg chg="add mod">
          <ac:chgData name="종현 김" userId="4e62a0cd71f6508f" providerId="LiveId" clId="{6E62CB57-B7C1-44BE-9515-1C88952032F1}" dt="2026-01-07T08:33:05.204" v="5031" actId="1076"/>
          <ac:picMkLst>
            <pc:docMk/>
            <pc:sldMk cId="533724762" sldId="376"/>
            <ac:picMk id="6" creationId="{4183B814-C61B-52E7-C9E5-725E30AD9974}"/>
          </ac:picMkLst>
        </pc:picChg>
      </pc:sldChg>
      <pc:sldChg chg="addSp modSp add mod">
        <pc:chgData name="종현 김" userId="4e62a0cd71f6508f" providerId="LiveId" clId="{6E62CB57-B7C1-44BE-9515-1C88952032F1}" dt="2026-01-07T08:52:39.682" v="7123" actId="20577"/>
        <pc:sldMkLst>
          <pc:docMk/>
          <pc:sldMk cId="1125141807" sldId="377"/>
        </pc:sldMkLst>
        <pc:spChg chg="mod">
          <ac:chgData name="종현 김" userId="4e62a0cd71f6508f" providerId="LiveId" clId="{6E62CB57-B7C1-44BE-9515-1C88952032F1}" dt="2026-01-07T08:52:39.682" v="7123" actId="20577"/>
          <ac:spMkLst>
            <pc:docMk/>
            <pc:sldMk cId="1125141807" sldId="377"/>
            <ac:spMk id="2" creationId="{02AFEBA6-8EE5-9C0B-D1EA-3A51183C96D1}"/>
          </ac:spMkLst>
        </pc:spChg>
        <pc:spChg chg="mod">
          <ac:chgData name="종현 김" userId="4e62a0cd71f6508f" providerId="LiveId" clId="{6E62CB57-B7C1-44BE-9515-1C88952032F1}" dt="2026-01-07T08:51:47.867" v="7108" actId="20577"/>
          <ac:spMkLst>
            <pc:docMk/>
            <pc:sldMk cId="1125141807" sldId="377"/>
            <ac:spMk id="3" creationId="{E4DED5FB-F146-7FC5-1AF7-A7CB4DEEBDFC}"/>
          </ac:spMkLst>
        </pc:spChg>
        <pc:spChg chg="mod">
          <ac:chgData name="종현 김" userId="4e62a0cd71f6508f" providerId="LiveId" clId="{6E62CB57-B7C1-44BE-9515-1C88952032F1}" dt="2026-01-07T08:40:18.954" v="5655" actId="20577"/>
          <ac:spMkLst>
            <pc:docMk/>
            <pc:sldMk cId="1125141807" sldId="377"/>
            <ac:spMk id="5" creationId="{1FD81EB7-4232-F651-E446-9EBBED6D6E58}"/>
          </ac:spMkLst>
        </pc:spChg>
        <pc:picChg chg="add mod">
          <ac:chgData name="종현 김" userId="4e62a0cd71f6508f" providerId="LiveId" clId="{6E62CB57-B7C1-44BE-9515-1C88952032F1}" dt="2026-01-07T08:48:00.828" v="6705" actId="1076"/>
          <ac:picMkLst>
            <pc:docMk/>
            <pc:sldMk cId="1125141807" sldId="377"/>
            <ac:picMk id="6" creationId="{F12FDF06-6689-D885-D53B-E877BCBC0234}"/>
          </ac:picMkLst>
        </pc:picChg>
      </pc:sldChg>
      <pc:sldChg chg="addSp modSp add mod">
        <pc:chgData name="종현 김" userId="4e62a0cd71f6508f" providerId="LiveId" clId="{6E62CB57-B7C1-44BE-9515-1C88952032F1}" dt="2026-01-07T08:51:51.806" v="7110" actId="20577"/>
        <pc:sldMkLst>
          <pc:docMk/>
          <pc:sldMk cId="2419575125" sldId="378"/>
        </pc:sldMkLst>
        <pc:spChg chg="mod">
          <ac:chgData name="종현 김" userId="4e62a0cd71f6508f" providerId="LiveId" clId="{6E62CB57-B7C1-44BE-9515-1C88952032F1}" dt="2026-01-07T08:42:01.414" v="5674" actId="20577"/>
          <ac:spMkLst>
            <pc:docMk/>
            <pc:sldMk cId="2419575125" sldId="378"/>
            <ac:spMk id="2" creationId="{91AD1486-B581-FAC8-FE50-CEEB9E324866}"/>
          </ac:spMkLst>
        </pc:spChg>
        <pc:spChg chg="mod">
          <ac:chgData name="종현 김" userId="4e62a0cd71f6508f" providerId="LiveId" clId="{6E62CB57-B7C1-44BE-9515-1C88952032F1}" dt="2026-01-07T08:51:51.806" v="7110" actId="20577"/>
          <ac:spMkLst>
            <pc:docMk/>
            <pc:sldMk cId="2419575125" sldId="378"/>
            <ac:spMk id="3" creationId="{141723A7-052C-4A0C-E4E2-932474E77F74}"/>
          </ac:spMkLst>
        </pc:spChg>
        <pc:spChg chg="mod">
          <ac:chgData name="종현 김" userId="4e62a0cd71f6508f" providerId="LiveId" clId="{6E62CB57-B7C1-44BE-9515-1C88952032F1}" dt="2026-01-07T08:43:34.419" v="6014" actId="20577"/>
          <ac:spMkLst>
            <pc:docMk/>
            <pc:sldMk cId="2419575125" sldId="378"/>
            <ac:spMk id="5" creationId="{A65E5FE4-DA95-884D-F2C3-C4935CD781D4}"/>
          </ac:spMkLst>
        </pc:spChg>
        <pc:picChg chg="add mod">
          <ac:chgData name="종현 김" userId="4e62a0cd71f6508f" providerId="LiveId" clId="{6E62CB57-B7C1-44BE-9515-1C88952032F1}" dt="2026-01-07T08:41:55.616" v="5662" actId="1076"/>
          <ac:picMkLst>
            <pc:docMk/>
            <pc:sldMk cId="2419575125" sldId="378"/>
            <ac:picMk id="6" creationId="{4CD86439-45E2-BFB0-3CE0-0931C0C70BDD}"/>
          </ac:picMkLst>
        </pc:picChg>
      </pc:sldChg>
      <pc:sldChg chg="addSp modSp add mod ord">
        <pc:chgData name="종현 김" userId="4e62a0cd71f6508f" providerId="LiveId" clId="{6E62CB57-B7C1-44BE-9515-1C88952032F1}" dt="2026-01-27T15:39:46.535" v="9240" actId="20577"/>
        <pc:sldMkLst>
          <pc:docMk/>
          <pc:sldMk cId="542594771" sldId="379"/>
        </pc:sldMkLst>
        <pc:spChg chg="mod">
          <ac:chgData name="종현 김" userId="4e62a0cd71f6508f" providerId="LiveId" clId="{6E62CB57-B7C1-44BE-9515-1C88952032F1}" dt="2026-01-27T15:09:39.314" v="8076" actId="20577"/>
          <ac:spMkLst>
            <pc:docMk/>
            <pc:sldMk cId="542594771" sldId="379"/>
            <ac:spMk id="2" creationId="{4390F84D-0934-A098-1D4E-E441DD605C53}"/>
          </ac:spMkLst>
        </pc:spChg>
        <pc:spChg chg="mod">
          <ac:chgData name="종현 김" userId="4e62a0cd71f6508f" providerId="LiveId" clId="{6E62CB57-B7C1-44BE-9515-1C88952032F1}" dt="2026-01-27T15:39:46.535" v="9240" actId="20577"/>
          <ac:spMkLst>
            <pc:docMk/>
            <pc:sldMk cId="542594771" sldId="379"/>
            <ac:spMk id="3" creationId="{8E678AB5-80B2-D762-99AD-6BA2D1111E47}"/>
          </ac:spMkLst>
        </pc:spChg>
        <pc:spChg chg="mod">
          <ac:chgData name="종현 김" userId="4e62a0cd71f6508f" providerId="LiveId" clId="{6E62CB57-B7C1-44BE-9515-1C88952032F1}" dt="2026-01-27T15:14:17.623" v="8474" actId="20577"/>
          <ac:spMkLst>
            <pc:docMk/>
            <pc:sldMk cId="542594771" sldId="379"/>
            <ac:spMk id="5" creationId="{3ECBC5F2-0609-8FBD-087B-17207FE5CB9B}"/>
          </ac:spMkLst>
        </pc:spChg>
        <pc:picChg chg="add mod">
          <ac:chgData name="종현 김" userId="4e62a0cd71f6508f" providerId="LiveId" clId="{6E62CB57-B7C1-44BE-9515-1C88952032F1}" dt="2026-01-27T15:11:55.984" v="8256" actId="14100"/>
          <ac:picMkLst>
            <pc:docMk/>
            <pc:sldMk cId="542594771" sldId="379"/>
            <ac:picMk id="6" creationId="{634D84ED-9FAC-9969-F8F4-DF7350146E28}"/>
          </ac:picMkLst>
        </pc:picChg>
        <pc:picChg chg="add mod">
          <ac:chgData name="종현 김" userId="4e62a0cd71f6508f" providerId="LiveId" clId="{6E62CB57-B7C1-44BE-9515-1C88952032F1}" dt="2026-01-27T15:11:54.207" v="8255" actId="1076"/>
          <ac:picMkLst>
            <pc:docMk/>
            <pc:sldMk cId="542594771" sldId="379"/>
            <ac:picMk id="7" creationId="{FF2E3ED7-C315-85F9-B27F-D3501D95A49B}"/>
          </ac:picMkLst>
        </pc:picChg>
      </pc:sldChg>
      <pc:sldChg chg="addSp delSp modSp add mod">
        <pc:chgData name="종현 김" userId="4e62a0cd71f6508f" providerId="LiveId" clId="{6E62CB57-B7C1-44BE-9515-1C88952032F1}" dt="2026-01-27T16:59:05.552" v="11464" actId="1076"/>
        <pc:sldMkLst>
          <pc:docMk/>
          <pc:sldMk cId="2706219443" sldId="380"/>
        </pc:sldMkLst>
        <pc:spChg chg="mod">
          <ac:chgData name="종현 김" userId="4e62a0cd71f6508f" providerId="LiveId" clId="{6E62CB57-B7C1-44BE-9515-1C88952032F1}" dt="2026-01-07T08:51:43.357" v="7106" actId="20577"/>
          <ac:spMkLst>
            <pc:docMk/>
            <pc:sldMk cId="2706219443" sldId="380"/>
            <ac:spMk id="3" creationId="{048736AE-15B7-4C36-89E0-70E1A6DF1281}"/>
          </ac:spMkLst>
        </pc:spChg>
        <pc:spChg chg="mod">
          <ac:chgData name="종현 김" userId="4e62a0cd71f6508f" providerId="LiveId" clId="{6E62CB57-B7C1-44BE-9515-1C88952032F1}" dt="2026-01-27T15:02:39.077" v="7507" actId="20577"/>
          <ac:spMkLst>
            <pc:docMk/>
            <pc:sldMk cId="2706219443" sldId="380"/>
            <ac:spMk id="5" creationId="{6A408596-13D6-F685-9BB1-196C5D4F2DC8}"/>
          </ac:spMkLst>
        </pc:spChg>
        <pc:picChg chg="add mod">
          <ac:chgData name="종현 김" userId="4e62a0cd71f6508f" providerId="LiveId" clId="{6E62CB57-B7C1-44BE-9515-1C88952032F1}" dt="2026-01-27T16:59:05.552" v="11464" actId="1076"/>
          <ac:picMkLst>
            <pc:docMk/>
            <pc:sldMk cId="2706219443" sldId="380"/>
            <ac:picMk id="7" creationId="{76BE566E-2403-9166-B8CF-EFC7F6DB010D}"/>
          </ac:picMkLst>
        </pc:picChg>
        <pc:picChg chg="add mod">
          <ac:chgData name="종현 김" userId="4e62a0cd71f6508f" providerId="LiveId" clId="{6E62CB57-B7C1-44BE-9515-1C88952032F1}" dt="2026-01-27T16:59:05.552" v="11464" actId="1076"/>
          <ac:picMkLst>
            <pc:docMk/>
            <pc:sldMk cId="2706219443" sldId="380"/>
            <ac:picMk id="9" creationId="{199FAF86-3199-AF0C-7F62-3EE1D60AC4CC}"/>
          </ac:picMkLst>
        </pc:picChg>
      </pc:sldChg>
      <pc:sldChg chg="addSp delSp modSp add mod">
        <pc:chgData name="종현 김" userId="4e62a0cd71f6508f" providerId="LiveId" clId="{6E62CB57-B7C1-44BE-9515-1C88952032F1}" dt="2026-01-27T15:08:51.884" v="8043" actId="20577"/>
        <pc:sldMkLst>
          <pc:docMk/>
          <pc:sldMk cId="3628350954" sldId="381"/>
        </pc:sldMkLst>
        <pc:spChg chg="mod">
          <ac:chgData name="종현 김" userId="4e62a0cd71f6508f" providerId="LiveId" clId="{6E62CB57-B7C1-44BE-9515-1C88952032F1}" dt="2026-01-27T15:04:29.891" v="7626" actId="20577"/>
          <ac:spMkLst>
            <pc:docMk/>
            <pc:sldMk cId="3628350954" sldId="381"/>
            <ac:spMk id="2" creationId="{D9158BF2-3E36-E71B-6383-B31AB673FF84}"/>
          </ac:spMkLst>
        </pc:spChg>
        <pc:spChg chg="mod">
          <ac:chgData name="종현 김" userId="4e62a0cd71f6508f" providerId="LiveId" clId="{6E62CB57-B7C1-44BE-9515-1C88952032F1}" dt="2026-01-27T15:08:51.884" v="8043" actId="20577"/>
          <ac:spMkLst>
            <pc:docMk/>
            <pc:sldMk cId="3628350954" sldId="381"/>
            <ac:spMk id="3" creationId="{3FCC48E9-F625-4083-C328-EFA465F7AC49}"/>
          </ac:spMkLst>
        </pc:spChg>
        <pc:spChg chg="mod">
          <ac:chgData name="종현 김" userId="4e62a0cd71f6508f" providerId="LiveId" clId="{6E62CB57-B7C1-44BE-9515-1C88952032F1}" dt="2026-01-27T15:08:11.680" v="8035" actId="1076"/>
          <ac:spMkLst>
            <pc:docMk/>
            <pc:sldMk cId="3628350954" sldId="381"/>
            <ac:spMk id="5" creationId="{47944D69-64A4-F844-89B2-337F3B3FD317}"/>
          </ac:spMkLst>
        </pc:spChg>
        <pc:picChg chg="del">
          <ac:chgData name="종현 김" userId="4e62a0cd71f6508f" providerId="LiveId" clId="{6E62CB57-B7C1-44BE-9515-1C88952032F1}" dt="2026-01-27T15:04:32.932" v="7627" actId="478"/>
          <ac:picMkLst>
            <pc:docMk/>
            <pc:sldMk cId="3628350954" sldId="381"/>
            <ac:picMk id="6" creationId="{994397B2-4356-BB9B-DAE6-844114686F3F}"/>
          </ac:picMkLst>
        </pc:picChg>
        <pc:picChg chg="add del mod">
          <ac:chgData name="종현 김" userId="4e62a0cd71f6508f" providerId="LiveId" clId="{6E62CB57-B7C1-44BE-9515-1C88952032F1}" dt="2026-01-27T15:04:53.447" v="7632" actId="478"/>
          <ac:picMkLst>
            <pc:docMk/>
            <pc:sldMk cId="3628350954" sldId="381"/>
            <ac:picMk id="7" creationId="{572A517F-5B63-6099-9A3D-7EA761B1ED1F}"/>
          </ac:picMkLst>
        </pc:picChg>
        <pc:picChg chg="add mod">
          <ac:chgData name="종현 김" userId="4e62a0cd71f6508f" providerId="LiveId" clId="{6E62CB57-B7C1-44BE-9515-1C88952032F1}" dt="2026-01-27T15:07:16.066" v="7885" actId="14100"/>
          <ac:picMkLst>
            <pc:docMk/>
            <pc:sldMk cId="3628350954" sldId="381"/>
            <ac:picMk id="9" creationId="{694B6F44-73FA-B8EF-9694-CFB917D75CDB}"/>
          </ac:picMkLst>
        </pc:picChg>
      </pc:sldChg>
      <pc:sldChg chg="addSp delSp modSp add mod">
        <pc:chgData name="종현 김" userId="4e62a0cd71f6508f" providerId="LiveId" clId="{6E62CB57-B7C1-44BE-9515-1C88952032F1}" dt="2026-01-27T15:08:47.767" v="8040" actId="20577"/>
        <pc:sldMkLst>
          <pc:docMk/>
          <pc:sldMk cId="1258234373" sldId="382"/>
        </pc:sldMkLst>
        <pc:spChg chg="mod">
          <ac:chgData name="종현 김" userId="4e62a0cd71f6508f" providerId="LiveId" clId="{6E62CB57-B7C1-44BE-9515-1C88952032F1}" dt="2026-01-27T15:08:47.767" v="8040" actId="20577"/>
          <ac:spMkLst>
            <pc:docMk/>
            <pc:sldMk cId="1258234373" sldId="382"/>
            <ac:spMk id="3" creationId="{009EC36F-05AC-7319-7432-AED6A84E16C8}"/>
          </ac:spMkLst>
        </pc:spChg>
        <pc:spChg chg="del">
          <ac:chgData name="종현 김" userId="4e62a0cd71f6508f" providerId="LiveId" clId="{6E62CB57-B7C1-44BE-9515-1C88952032F1}" dt="2026-01-27T15:05:34.939" v="7641" actId="478"/>
          <ac:spMkLst>
            <pc:docMk/>
            <pc:sldMk cId="1258234373" sldId="382"/>
            <ac:spMk id="5" creationId="{917B84B5-C52E-1C7D-82FD-58BA7C23F079}"/>
          </ac:spMkLst>
        </pc:spChg>
        <pc:spChg chg="add mod">
          <ac:chgData name="종현 김" userId="4e62a0cd71f6508f" providerId="LiveId" clId="{6E62CB57-B7C1-44BE-9515-1C88952032F1}" dt="2026-01-27T15:06:54.345" v="7879" actId="20577"/>
          <ac:spMkLst>
            <pc:docMk/>
            <pc:sldMk cId="1258234373" sldId="382"/>
            <ac:spMk id="8" creationId="{DDBACB19-25B7-8FB1-6712-32366FD28F68}"/>
          </ac:spMkLst>
        </pc:spChg>
        <pc:picChg chg="del">
          <ac:chgData name="종현 김" userId="4e62a0cd71f6508f" providerId="LiveId" clId="{6E62CB57-B7C1-44BE-9515-1C88952032F1}" dt="2026-01-27T15:05:11.156" v="7634" actId="478"/>
          <ac:picMkLst>
            <pc:docMk/>
            <pc:sldMk cId="1258234373" sldId="382"/>
            <ac:picMk id="6" creationId="{A58C9B39-9FA0-95DD-EA95-8848190597F7}"/>
          </ac:picMkLst>
        </pc:picChg>
        <pc:picChg chg="add mod">
          <ac:chgData name="종현 김" userId="4e62a0cd71f6508f" providerId="LiveId" clId="{6E62CB57-B7C1-44BE-9515-1C88952032F1}" dt="2026-01-27T15:05:47.648" v="7643" actId="1076"/>
          <ac:picMkLst>
            <pc:docMk/>
            <pc:sldMk cId="1258234373" sldId="382"/>
            <ac:picMk id="7" creationId="{07D17974-6F01-809A-8A43-4C76E7C885A0}"/>
          </ac:picMkLst>
        </pc:picChg>
      </pc:sldChg>
      <pc:sldChg chg="modSp add del mod">
        <pc:chgData name="종현 김" userId="4e62a0cd71f6508f" providerId="LiveId" clId="{6E62CB57-B7C1-44BE-9515-1C88952032F1}" dt="2026-01-27T16:59:46.446" v="11465" actId="47"/>
        <pc:sldMkLst>
          <pc:docMk/>
          <pc:sldMk cId="1948797707" sldId="383"/>
        </pc:sldMkLst>
        <pc:spChg chg="mod">
          <ac:chgData name="종현 김" userId="4e62a0cd71f6508f" providerId="LiveId" clId="{6E62CB57-B7C1-44BE-9515-1C88952032F1}" dt="2026-01-27T15:08:55.303" v="8046" actId="20577"/>
          <ac:spMkLst>
            <pc:docMk/>
            <pc:sldMk cId="1948797707" sldId="383"/>
            <ac:spMk id="3" creationId="{8BC197A2-F9F2-69D8-EF2A-9E560FFF07C6}"/>
          </ac:spMkLst>
        </pc:spChg>
      </pc:sldChg>
      <pc:sldChg chg="addSp delSp modSp add mod">
        <pc:chgData name="종현 김" userId="4e62a0cd71f6508f" providerId="LiveId" clId="{6E62CB57-B7C1-44BE-9515-1C88952032F1}" dt="2026-01-27T16:31:09.455" v="9405" actId="20577"/>
        <pc:sldMkLst>
          <pc:docMk/>
          <pc:sldMk cId="3392286896" sldId="384"/>
        </pc:sldMkLst>
        <pc:spChg chg="mod">
          <ac:chgData name="종현 김" userId="4e62a0cd71f6508f" providerId="LiveId" clId="{6E62CB57-B7C1-44BE-9515-1C88952032F1}" dt="2026-01-27T15:39:50.608" v="9242" actId="20577"/>
          <ac:spMkLst>
            <pc:docMk/>
            <pc:sldMk cId="3392286896" sldId="384"/>
            <ac:spMk id="3" creationId="{0A4BC185-5B6C-5388-83EF-F43EF145E2BA}"/>
          </ac:spMkLst>
        </pc:spChg>
        <pc:spChg chg="mod">
          <ac:chgData name="종현 김" userId="4e62a0cd71f6508f" providerId="LiveId" clId="{6E62CB57-B7C1-44BE-9515-1C88952032F1}" dt="2026-01-27T16:31:09.455" v="9405" actId="20577"/>
          <ac:spMkLst>
            <pc:docMk/>
            <pc:sldMk cId="3392286896" sldId="384"/>
            <ac:spMk id="5" creationId="{BDE02AF2-1557-3AF6-1C05-430AAA4D56B3}"/>
          </ac:spMkLst>
        </pc:spChg>
        <pc:picChg chg="del">
          <ac:chgData name="종현 김" userId="4e62a0cd71f6508f" providerId="LiveId" clId="{6E62CB57-B7C1-44BE-9515-1C88952032F1}" dt="2026-01-27T15:16:21.888" v="8475" actId="478"/>
          <ac:picMkLst>
            <pc:docMk/>
            <pc:sldMk cId="3392286896" sldId="384"/>
            <ac:picMk id="6" creationId="{E8E74A08-D118-AD93-C14C-83FFEC9B9F9B}"/>
          </ac:picMkLst>
        </pc:picChg>
        <pc:picChg chg="del">
          <ac:chgData name="종현 김" userId="4e62a0cd71f6508f" providerId="LiveId" clId="{6E62CB57-B7C1-44BE-9515-1C88952032F1}" dt="2026-01-27T15:16:23.238" v="8476" actId="478"/>
          <ac:picMkLst>
            <pc:docMk/>
            <pc:sldMk cId="3392286896" sldId="384"/>
            <ac:picMk id="7" creationId="{0A1B563D-C88C-BB51-24C2-8243B3D3C440}"/>
          </ac:picMkLst>
        </pc:picChg>
        <pc:picChg chg="add mod">
          <ac:chgData name="종현 김" userId="4e62a0cd71f6508f" providerId="LiveId" clId="{6E62CB57-B7C1-44BE-9515-1C88952032F1}" dt="2026-01-27T15:16:53.333" v="8484" actId="1076"/>
          <ac:picMkLst>
            <pc:docMk/>
            <pc:sldMk cId="3392286896" sldId="384"/>
            <ac:picMk id="8" creationId="{F939C0E7-1995-950D-D63D-816B0EC43A55}"/>
          </ac:picMkLst>
        </pc:picChg>
      </pc:sldChg>
      <pc:sldChg chg="add del">
        <pc:chgData name="종현 김" userId="4e62a0cd71f6508f" providerId="LiveId" clId="{6E62CB57-B7C1-44BE-9515-1C88952032F1}" dt="2026-01-27T16:41:12.521" v="10706" actId="47"/>
        <pc:sldMkLst>
          <pc:docMk/>
          <pc:sldMk cId="4252150046" sldId="385"/>
        </pc:sldMkLst>
      </pc:sldChg>
      <pc:sldChg chg="add del">
        <pc:chgData name="종현 김" userId="4e62a0cd71f6508f" providerId="LiveId" clId="{6E62CB57-B7C1-44BE-9515-1C88952032F1}" dt="2026-01-27T16:41:13.240" v="10707" actId="47"/>
        <pc:sldMkLst>
          <pc:docMk/>
          <pc:sldMk cId="3385819406" sldId="386"/>
        </pc:sldMkLst>
      </pc:sldChg>
      <pc:sldChg chg="add del">
        <pc:chgData name="종현 김" userId="4e62a0cd71f6508f" providerId="LiveId" clId="{6E62CB57-B7C1-44BE-9515-1C88952032F1}" dt="2026-01-27T16:41:16.454" v="10708" actId="47"/>
        <pc:sldMkLst>
          <pc:docMk/>
          <pc:sldMk cId="386370807" sldId="387"/>
        </pc:sldMkLst>
      </pc:sldChg>
      <pc:sldChg chg="addSp delSp modSp add mod">
        <pc:chgData name="종현 김" userId="4e62a0cd71f6508f" providerId="LiveId" clId="{6E62CB57-B7C1-44BE-9515-1C88952032F1}" dt="2026-01-27T16:54:33.985" v="11403" actId="1076"/>
        <pc:sldMkLst>
          <pc:docMk/>
          <pc:sldMk cId="680416443" sldId="388"/>
        </pc:sldMkLst>
        <pc:spChg chg="mod">
          <ac:chgData name="종현 김" userId="4e62a0cd71f6508f" providerId="LiveId" clId="{6E62CB57-B7C1-44BE-9515-1C88952032F1}" dt="2026-01-27T16:41:29.489" v="10723" actId="20577"/>
          <ac:spMkLst>
            <pc:docMk/>
            <pc:sldMk cId="680416443" sldId="388"/>
            <ac:spMk id="2" creationId="{809D1164-1ECE-1D78-F278-EC78000DB694}"/>
          </ac:spMkLst>
        </pc:spChg>
        <pc:spChg chg="mod">
          <ac:chgData name="종현 김" userId="4e62a0cd71f6508f" providerId="LiveId" clId="{6E62CB57-B7C1-44BE-9515-1C88952032F1}" dt="2026-01-27T16:54:33.985" v="11403" actId="1076"/>
          <ac:spMkLst>
            <pc:docMk/>
            <pc:sldMk cId="680416443" sldId="388"/>
            <ac:spMk id="5" creationId="{DC37D355-3E36-CA37-FFC8-7BA755E16824}"/>
          </ac:spMkLst>
        </pc:spChg>
        <pc:graphicFrameChg chg="add del">
          <ac:chgData name="종현 김" userId="4e62a0cd71f6508f" providerId="LiveId" clId="{6E62CB57-B7C1-44BE-9515-1C88952032F1}" dt="2026-01-27T16:42:36.494" v="10727" actId="478"/>
          <ac:graphicFrameMkLst>
            <pc:docMk/>
            <pc:sldMk cId="680416443" sldId="388"/>
            <ac:graphicFrameMk id="4" creationId="{D9284496-3DF7-EB6E-4876-6F5B059B302A}"/>
          </ac:graphicFrameMkLst>
        </pc:graphicFrameChg>
        <pc:graphicFrameChg chg="add mod modGraphic">
          <ac:chgData name="종현 김" userId="4e62a0cd71f6508f" providerId="LiveId" clId="{6E62CB57-B7C1-44BE-9515-1C88952032F1}" dt="2026-01-27T16:53:52.482" v="11235" actId="1076"/>
          <ac:graphicFrameMkLst>
            <pc:docMk/>
            <pc:sldMk cId="680416443" sldId="388"/>
            <ac:graphicFrameMk id="8" creationId="{F5B741B7-6F2B-6056-AE97-931A685F1825}"/>
          </ac:graphicFrameMkLst>
        </pc:graphicFrameChg>
        <pc:picChg chg="del">
          <ac:chgData name="종현 김" userId="4e62a0cd71f6508f" providerId="LiveId" clId="{6E62CB57-B7C1-44BE-9515-1C88952032F1}" dt="2026-01-27T16:42:20.015" v="10724" actId="478"/>
          <ac:picMkLst>
            <pc:docMk/>
            <pc:sldMk cId="680416443" sldId="388"/>
            <ac:picMk id="6" creationId="{2B5BE463-19FC-132D-983E-630057C4019A}"/>
          </ac:picMkLst>
        </pc:picChg>
        <pc:picChg chg="del">
          <ac:chgData name="종현 김" userId="4e62a0cd71f6508f" providerId="LiveId" clId="{6E62CB57-B7C1-44BE-9515-1C88952032F1}" dt="2026-01-27T16:42:21.619" v="10725" actId="478"/>
          <ac:picMkLst>
            <pc:docMk/>
            <pc:sldMk cId="680416443" sldId="388"/>
            <ac:picMk id="7" creationId="{F71FDD5E-0138-5D8A-EA7F-F163041E4308}"/>
          </ac:picMkLst>
        </pc:picChg>
      </pc:sldChg>
      <pc:sldChg chg="addSp delSp modSp add mod">
        <pc:chgData name="종현 김" userId="4e62a0cd71f6508f" providerId="LiveId" clId="{6E62CB57-B7C1-44BE-9515-1C88952032F1}" dt="2026-01-27T15:39:54.188" v="9244" actId="20577"/>
        <pc:sldMkLst>
          <pc:docMk/>
          <pc:sldMk cId="1157273796" sldId="389"/>
        </pc:sldMkLst>
        <pc:spChg chg="mod">
          <ac:chgData name="종현 김" userId="4e62a0cd71f6508f" providerId="LiveId" clId="{6E62CB57-B7C1-44BE-9515-1C88952032F1}" dt="2026-01-27T15:36:44.329" v="8840" actId="20577"/>
          <ac:spMkLst>
            <pc:docMk/>
            <pc:sldMk cId="1157273796" sldId="389"/>
            <ac:spMk id="2" creationId="{39B884DA-1A42-5C05-328C-0F364088ADDB}"/>
          </ac:spMkLst>
        </pc:spChg>
        <pc:spChg chg="mod">
          <ac:chgData name="종현 김" userId="4e62a0cd71f6508f" providerId="LiveId" clId="{6E62CB57-B7C1-44BE-9515-1C88952032F1}" dt="2026-01-27T15:39:54.188" v="9244" actId="20577"/>
          <ac:spMkLst>
            <pc:docMk/>
            <pc:sldMk cId="1157273796" sldId="389"/>
            <ac:spMk id="3" creationId="{54C0C05C-21CC-2FCB-A8A0-69B8707B6B27}"/>
          </ac:spMkLst>
        </pc:spChg>
        <pc:spChg chg="mod">
          <ac:chgData name="종현 김" userId="4e62a0cd71f6508f" providerId="LiveId" clId="{6E62CB57-B7C1-44BE-9515-1C88952032F1}" dt="2026-01-27T15:39:14.297" v="9238" actId="20577"/>
          <ac:spMkLst>
            <pc:docMk/>
            <pc:sldMk cId="1157273796" sldId="389"/>
            <ac:spMk id="5" creationId="{1FE79540-FAB1-F7AC-E444-9CBB33CCDEF5}"/>
          </ac:spMkLst>
        </pc:spChg>
        <pc:picChg chg="add mod">
          <ac:chgData name="종현 김" userId="4e62a0cd71f6508f" providerId="LiveId" clId="{6E62CB57-B7C1-44BE-9515-1C88952032F1}" dt="2026-01-27T15:37:12.038" v="8854" actId="14100"/>
          <ac:picMkLst>
            <pc:docMk/>
            <pc:sldMk cId="1157273796" sldId="389"/>
            <ac:picMk id="6" creationId="{5F43048A-8F2A-6A0B-7DFD-B1540DE1D1D2}"/>
          </ac:picMkLst>
        </pc:picChg>
        <pc:picChg chg="del">
          <ac:chgData name="종현 김" userId="4e62a0cd71f6508f" providerId="LiveId" clId="{6E62CB57-B7C1-44BE-9515-1C88952032F1}" dt="2026-01-27T15:36:46.692" v="8841" actId="478"/>
          <ac:picMkLst>
            <pc:docMk/>
            <pc:sldMk cId="1157273796" sldId="389"/>
            <ac:picMk id="8" creationId="{7D705059-E224-D6F4-4202-953FCB6114E3}"/>
          </ac:picMkLst>
        </pc:picChg>
        <pc:picChg chg="add mod">
          <ac:chgData name="종현 김" userId="4e62a0cd71f6508f" providerId="LiveId" clId="{6E62CB57-B7C1-44BE-9515-1C88952032F1}" dt="2026-01-27T15:37:07.456" v="8852" actId="14100"/>
          <ac:picMkLst>
            <pc:docMk/>
            <pc:sldMk cId="1157273796" sldId="389"/>
            <ac:picMk id="9" creationId="{CB044499-29BB-7423-6913-AB21848ACB4E}"/>
          </ac:picMkLst>
        </pc:picChg>
      </pc:sldChg>
      <pc:sldChg chg="addSp delSp modSp add mod ord">
        <pc:chgData name="종현 김" userId="4e62a0cd71f6508f" providerId="LiveId" clId="{6E62CB57-B7C1-44BE-9515-1C88952032F1}" dt="2026-01-27T16:36:09.611" v="10185" actId="1076"/>
        <pc:sldMkLst>
          <pc:docMk/>
          <pc:sldMk cId="1206751006" sldId="390"/>
        </pc:sldMkLst>
        <pc:spChg chg="mod">
          <ac:chgData name="종현 김" userId="4e62a0cd71f6508f" providerId="LiveId" clId="{6E62CB57-B7C1-44BE-9515-1C88952032F1}" dt="2026-01-27T16:28:16.806" v="9302" actId="20577"/>
          <ac:spMkLst>
            <pc:docMk/>
            <pc:sldMk cId="1206751006" sldId="390"/>
            <ac:spMk id="2" creationId="{18E09E07-233A-4034-FC38-CC4DFF5E9219}"/>
          </ac:spMkLst>
        </pc:spChg>
        <pc:spChg chg="mod">
          <ac:chgData name="종현 김" userId="4e62a0cd71f6508f" providerId="LiveId" clId="{6E62CB57-B7C1-44BE-9515-1C88952032F1}" dt="2026-01-27T16:36:09.611" v="10185" actId="1076"/>
          <ac:spMkLst>
            <pc:docMk/>
            <pc:sldMk cId="1206751006" sldId="390"/>
            <ac:spMk id="5" creationId="{F18AB88C-5475-D30D-34FF-83CBF9AA58DB}"/>
          </ac:spMkLst>
        </pc:spChg>
        <pc:spChg chg="add mod">
          <ac:chgData name="종현 김" userId="4e62a0cd71f6508f" providerId="LiveId" clId="{6E62CB57-B7C1-44BE-9515-1C88952032F1}" dt="2026-01-27T16:29:30.993" v="9359" actId="1076"/>
          <ac:spMkLst>
            <pc:docMk/>
            <pc:sldMk cId="1206751006" sldId="390"/>
            <ac:spMk id="13" creationId="{F87E53CF-7DF6-BB60-831C-89A28F64315F}"/>
          </ac:spMkLst>
        </pc:spChg>
        <pc:spChg chg="add mod">
          <ac:chgData name="종현 김" userId="4e62a0cd71f6508f" providerId="LiveId" clId="{6E62CB57-B7C1-44BE-9515-1C88952032F1}" dt="2026-01-27T16:28:51.755" v="9333" actId="20577"/>
          <ac:spMkLst>
            <pc:docMk/>
            <pc:sldMk cId="1206751006" sldId="390"/>
            <ac:spMk id="14" creationId="{F962C54A-3DFE-17DB-2FF8-59327C025735}"/>
          </ac:spMkLst>
        </pc:spChg>
        <pc:picChg chg="del">
          <ac:chgData name="종현 김" userId="4e62a0cd71f6508f" providerId="LiveId" clId="{6E62CB57-B7C1-44BE-9515-1C88952032F1}" dt="2026-01-27T16:21:54.759" v="9247" actId="478"/>
          <ac:picMkLst>
            <pc:docMk/>
            <pc:sldMk cId="1206751006" sldId="390"/>
            <ac:picMk id="6" creationId="{7E678A01-36A3-DF20-35BD-BCB2118B466B}"/>
          </ac:picMkLst>
        </pc:picChg>
        <pc:picChg chg="add del mod">
          <ac:chgData name="종현 김" userId="4e62a0cd71f6508f" providerId="LiveId" clId="{6E62CB57-B7C1-44BE-9515-1C88952032F1}" dt="2026-01-27T16:25:37.530" v="9265" actId="478"/>
          <ac:picMkLst>
            <pc:docMk/>
            <pc:sldMk cId="1206751006" sldId="390"/>
            <ac:picMk id="7" creationId="{7C217217-5AA8-8118-1F50-247FC4BBE982}"/>
          </ac:picMkLst>
        </pc:picChg>
        <pc:picChg chg="del">
          <ac:chgData name="종현 김" userId="4e62a0cd71f6508f" providerId="LiveId" clId="{6E62CB57-B7C1-44BE-9515-1C88952032F1}" dt="2026-01-27T16:21:54.314" v="9246" actId="478"/>
          <ac:picMkLst>
            <pc:docMk/>
            <pc:sldMk cId="1206751006" sldId="390"/>
            <ac:picMk id="9" creationId="{8123690A-E67A-6B73-2C8B-88D878C11291}"/>
          </ac:picMkLst>
        </pc:picChg>
        <pc:picChg chg="add mod">
          <ac:chgData name="종현 김" userId="4e62a0cd71f6508f" providerId="LiveId" clId="{6E62CB57-B7C1-44BE-9515-1C88952032F1}" dt="2026-01-27T16:22:40.755" v="9258" actId="1076"/>
          <ac:picMkLst>
            <pc:docMk/>
            <pc:sldMk cId="1206751006" sldId="390"/>
            <ac:picMk id="10" creationId="{7CB4C6EC-3002-8652-4C98-1042F7280791}"/>
          </ac:picMkLst>
        </pc:picChg>
        <pc:picChg chg="add mod">
          <ac:chgData name="종현 김" userId="4e62a0cd71f6508f" providerId="LiveId" clId="{6E62CB57-B7C1-44BE-9515-1C88952032F1}" dt="2026-01-27T16:25:55.644" v="9270" actId="14100"/>
          <ac:picMkLst>
            <pc:docMk/>
            <pc:sldMk cId="1206751006" sldId="390"/>
            <ac:picMk id="12" creationId="{32CA2245-6FE2-E884-1032-9750767CC81A}"/>
          </ac:picMkLst>
        </pc:picChg>
      </pc:sldChg>
      <pc:sldChg chg="addSp delSp modSp add mod">
        <pc:chgData name="종현 김" userId="4e62a0cd71f6508f" providerId="LiveId" clId="{6E62CB57-B7C1-44BE-9515-1C88952032F1}" dt="2026-01-27T16:36:01.836" v="10184" actId="20577"/>
        <pc:sldMkLst>
          <pc:docMk/>
          <pc:sldMk cId="2661921521" sldId="391"/>
        </pc:sldMkLst>
        <pc:spChg chg="mod">
          <ac:chgData name="종현 김" userId="4e62a0cd71f6508f" providerId="LiveId" clId="{6E62CB57-B7C1-44BE-9515-1C88952032F1}" dt="2026-01-27T16:29:17.524" v="9358" actId="20577"/>
          <ac:spMkLst>
            <pc:docMk/>
            <pc:sldMk cId="2661921521" sldId="391"/>
            <ac:spMk id="2" creationId="{4B3F6CCB-ED6F-C8F3-228A-3EDE45214AB2}"/>
          </ac:spMkLst>
        </pc:spChg>
        <pc:spChg chg="mod">
          <ac:chgData name="종현 김" userId="4e62a0cd71f6508f" providerId="LiveId" clId="{6E62CB57-B7C1-44BE-9515-1C88952032F1}" dt="2026-01-27T16:36:01.836" v="10184" actId="20577"/>
          <ac:spMkLst>
            <pc:docMk/>
            <pc:sldMk cId="2661921521" sldId="391"/>
            <ac:spMk id="5" creationId="{E11666DB-2A36-E10D-D7F2-8F0237551B09}"/>
          </ac:spMkLst>
        </pc:spChg>
        <pc:spChg chg="add mod">
          <ac:chgData name="종현 김" userId="4e62a0cd71f6508f" providerId="LiveId" clId="{6E62CB57-B7C1-44BE-9515-1C88952032F1}" dt="2026-01-27T16:29:08.923" v="9338" actId="1076"/>
          <ac:spMkLst>
            <pc:docMk/>
            <pc:sldMk cId="2661921521" sldId="391"/>
            <ac:spMk id="8" creationId="{78D3C23B-A4AD-E9E1-E2AE-DBCABCEE66A3}"/>
          </ac:spMkLst>
        </pc:spChg>
        <pc:spChg chg="add mod">
          <ac:chgData name="종현 김" userId="4e62a0cd71f6508f" providerId="LiveId" clId="{6E62CB57-B7C1-44BE-9515-1C88952032F1}" dt="2026-01-27T16:29:05.650" v="9337" actId="1076"/>
          <ac:spMkLst>
            <pc:docMk/>
            <pc:sldMk cId="2661921521" sldId="391"/>
            <ac:spMk id="9" creationId="{3FB82890-4C45-C4EA-CE2B-1F58BFCDCD47}"/>
          </ac:spMkLst>
        </pc:spChg>
        <pc:picChg chg="add mod">
          <ac:chgData name="종현 김" userId="4e62a0cd71f6508f" providerId="LiveId" clId="{6E62CB57-B7C1-44BE-9515-1C88952032F1}" dt="2026-01-27T16:26:55.557" v="9276" actId="14100"/>
          <ac:picMkLst>
            <pc:docMk/>
            <pc:sldMk cId="2661921521" sldId="391"/>
            <ac:picMk id="6" creationId="{4EE8CE21-A7C3-21EF-D302-4A987505C741}"/>
          </ac:picMkLst>
        </pc:picChg>
        <pc:picChg chg="add del mod">
          <ac:chgData name="종현 김" userId="4e62a0cd71f6508f" providerId="LiveId" clId="{6E62CB57-B7C1-44BE-9515-1C88952032F1}" dt="2026-01-27T16:26:50.642" v="9274" actId="1076"/>
          <ac:picMkLst>
            <pc:docMk/>
            <pc:sldMk cId="2661921521" sldId="391"/>
            <ac:picMk id="7" creationId="{11B6B483-D235-3DED-2E4A-09F1CD73399F}"/>
          </ac:picMkLst>
        </pc:picChg>
        <pc:picChg chg="del">
          <ac:chgData name="종현 김" userId="4e62a0cd71f6508f" providerId="LiveId" clId="{6E62CB57-B7C1-44BE-9515-1C88952032F1}" dt="2026-01-27T16:25:35.433" v="9264" actId="478"/>
          <ac:picMkLst>
            <pc:docMk/>
            <pc:sldMk cId="2661921521" sldId="391"/>
            <ac:picMk id="10" creationId="{E701615A-02A2-69F1-8D52-225CB0363002}"/>
          </ac:picMkLst>
        </pc:picChg>
      </pc:sldChg>
      <pc:sldChg chg="delSp modSp add mod">
        <pc:chgData name="종현 김" userId="4e62a0cd71f6508f" providerId="LiveId" clId="{6E62CB57-B7C1-44BE-9515-1C88952032F1}" dt="2026-01-27T16:40:56.539" v="10705" actId="20577"/>
        <pc:sldMkLst>
          <pc:docMk/>
          <pc:sldMk cId="2319400663" sldId="392"/>
        </pc:sldMkLst>
        <pc:spChg chg="mod">
          <ac:chgData name="종현 김" userId="4e62a0cd71f6508f" providerId="LiveId" clId="{6E62CB57-B7C1-44BE-9515-1C88952032F1}" dt="2026-01-27T16:38:01.856" v="10230" actId="20577"/>
          <ac:spMkLst>
            <pc:docMk/>
            <pc:sldMk cId="2319400663" sldId="392"/>
            <ac:spMk id="2" creationId="{034D5778-5E0F-90B5-24D7-BB7027D366E8}"/>
          </ac:spMkLst>
        </pc:spChg>
        <pc:spChg chg="mod">
          <ac:chgData name="종현 김" userId="4e62a0cd71f6508f" providerId="LiveId" clId="{6E62CB57-B7C1-44BE-9515-1C88952032F1}" dt="2026-01-27T16:40:56.539" v="10705" actId="20577"/>
          <ac:spMkLst>
            <pc:docMk/>
            <pc:sldMk cId="2319400663" sldId="392"/>
            <ac:spMk id="5" creationId="{3C78B367-9D89-62E7-B3F1-99AE654458AC}"/>
          </ac:spMkLst>
        </pc:spChg>
        <pc:picChg chg="del">
          <ac:chgData name="종현 김" userId="4e62a0cd71f6508f" providerId="LiveId" clId="{6E62CB57-B7C1-44BE-9515-1C88952032F1}" dt="2026-01-27T16:40:10.733" v="10562" actId="478"/>
          <ac:picMkLst>
            <pc:docMk/>
            <pc:sldMk cId="2319400663" sldId="392"/>
            <ac:picMk id="6" creationId="{CF2FE4FA-C643-9430-0A17-3EE2A30B8F49}"/>
          </ac:picMkLst>
        </pc:picChg>
        <pc:picChg chg="del mod">
          <ac:chgData name="종현 김" userId="4e62a0cd71f6508f" providerId="LiveId" clId="{6E62CB57-B7C1-44BE-9515-1C88952032F1}" dt="2026-01-27T16:40:10.347" v="10561" actId="478"/>
          <ac:picMkLst>
            <pc:docMk/>
            <pc:sldMk cId="2319400663" sldId="392"/>
            <ac:picMk id="9" creationId="{9D0E16FF-A428-7F00-D986-46B117BA4C7A}"/>
          </ac:picMkLst>
        </pc:picChg>
      </pc:sldChg>
      <pc:sldChg chg="addSp delSp modSp add mod">
        <pc:chgData name="종현 김" userId="4e62a0cd71f6508f" providerId="LiveId" clId="{6E62CB57-B7C1-44BE-9515-1C88952032F1}" dt="2026-01-27T17:15:45.077" v="12057" actId="1076"/>
        <pc:sldMkLst>
          <pc:docMk/>
          <pc:sldMk cId="1002039441" sldId="393"/>
        </pc:sldMkLst>
        <pc:spChg chg="mod">
          <ac:chgData name="종현 김" userId="4e62a0cd71f6508f" providerId="LiveId" clId="{6E62CB57-B7C1-44BE-9515-1C88952032F1}" dt="2026-01-27T16:58:35.277" v="11463" actId="20577"/>
          <ac:spMkLst>
            <pc:docMk/>
            <pc:sldMk cId="1002039441" sldId="393"/>
            <ac:spMk id="2" creationId="{BFD6B11C-7B55-E7CF-A3F2-09D69DA76DD3}"/>
          </ac:spMkLst>
        </pc:spChg>
        <pc:spChg chg="mod">
          <ac:chgData name="종현 김" userId="4e62a0cd71f6508f" providerId="LiveId" clId="{6E62CB57-B7C1-44BE-9515-1C88952032F1}" dt="2026-01-27T17:15:41.149" v="12055" actId="1076"/>
          <ac:spMkLst>
            <pc:docMk/>
            <pc:sldMk cId="1002039441" sldId="393"/>
            <ac:spMk id="5" creationId="{1CFFC71E-EAC3-086C-A2CE-4FB5939E4162}"/>
          </ac:spMkLst>
        </pc:spChg>
        <pc:picChg chg="del">
          <ac:chgData name="종현 김" userId="4e62a0cd71f6508f" providerId="LiveId" clId="{6E62CB57-B7C1-44BE-9515-1C88952032F1}" dt="2026-01-27T17:12:49.551" v="11799" actId="478"/>
          <ac:picMkLst>
            <pc:docMk/>
            <pc:sldMk cId="1002039441" sldId="393"/>
            <ac:picMk id="6" creationId="{EB06CF75-2E4A-F52A-80A8-6DEBD6D0D464}"/>
          </ac:picMkLst>
        </pc:picChg>
        <pc:picChg chg="del">
          <ac:chgData name="종현 김" userId="4e62a0cd71f6508f" providerId="LiveId" clId="{6E62CB57-B7C1-44BE-9515-1C88952032F1}" dt="2026-01-27T17:12:50.001" v="11800" actId="478"/>
          <ac:picMkLst>
            <pc:docMk/>
            <pc:sldMk cId="1002039441" sldId="393"/>
            <ac:picMk id="7" creationId="{890BF543-F7D5-445A-0DA0-7593A5C4F773}"/>
          </ac:picMkLst>
        </pc:picChg>
        <pc:picChg chg="add mod">
          <ac:chgData name="종현 김" userId="4e62a0cd71f6508f" providerId="LiveId" clId="{6E62CB57-B7C1-44BE-9515-1C88952032F1}" dt="2026-01-27T17:15:42.895" v="12056" actId="1076"/>
          <ac:picMkLst>
            <pc:docMk/>
            <pc:sldMk cId="1002039441" sldId="393"/>
            <ac:picMk id="8" creationId="{69A7117C-B5DC-7EFA-856D-D4DBDD53D2AF}"/>
          </ac:picMkLst>
        </pc:picChg>
        <pc:picChg chg="add mod">
          <ac:chgData name="종현 김" userId="4e62a0cd71f6508f" providerId="LiveId" clId="{6E62CB57-B7C1-44BE-9515-1C88952032F1}" dt="2026-01-27T17:15:45.077" v="12057" actId="1076"/>
          <ac:picMkLst>
            <pc:docMk/>
            <pc:sldMk cId="1002039441" sldId="393"/>
            <ac:picMk id="10" creationId="{F4BE70D5-A9B1-39B1-1811-D36D9570DF08}"/>
          </ac:picMkLst>
        </pc:picChg>
      </pc:sldChg>
      <pc:sldChg chg="addSp delSp modSp add mod">
        <pc:chgData name="종현 김" userId="4e62a0cd71f6508f" providerId="LiveId" clId="{6E62CB57-B7C1-44BE-9515-1C88952032F1}" dt="2026-01-27T17:16:20.268" v="12132" actId="20577"/>
        <pc:sldMkLst>
          <pc:docMk/>
          <pc:sldMk cId="1642587962" sldId="394"/>
        </pc:sldMkLst>
        <pc:spChg chg="mod">
          <ac:chgData name="종현 김" userId="4e62a0cd71f6508f" providerId="LiveId" clId="{6E62CB57-B7C1-44BE-9515-1C88952032F1}" dt="2026-01-27T17:03:14.565" v="11475" actId="20577"/>
          <ac:spMkLst>
            <pc:docMk/>
            <pc:sldMk cId="1642587962" sldId="394"/>
            <ac:spMk id="2" creationId="{8226C33D-9E06-FFC2-B80A-E172D3826AD4}"/>
          </ac:spMkLst>
        </pc:spChg>
        <pc:spChg chg="mod">
          <ac:chgData name="종현 김" userId="4e62a0cd71f6508f" providerId="LiveId" clId="{6E62CB57-B7C1-44BE-9515-1C88952032F1}" dt="2026-01-27T17:16:20.268" v="12132" actId="20577"/>
          <ac:spMkLst>
            <pc:docMk/>
            <pc:sldMk cId="1642587962" sldId="394"/>
            <ac:spMk id="5" creationId="{0D780B55-671E-6F6A-E0EC-FE30C409AA65}"/>
          </ac:spMkLst>
        </pc:spChg>
        <pc:picChg chg="del">
          <ac:chgData name="종현 김" userId="4e62a0cd71f6508f" providerId="LiveId" clId="{6E62CB57-B7C1-44BE-9515-1C88952032F1}" dt="2026-01-27T17:07:55.783" v="11598" actId="478"/>
          <ac:picMkLst>
            <pc:docMk/>
            <pc:sldMk cId="1642587962" sldId="394"/>
            <ac:picMk id="6" creationId="{BC02E85A-C222-4C62-923B-9BBAA054EA38}"/>
          </ac:picMkLst>
        </pc:picChg>
        <pc:picChg chg="del">
          <ac:chgData name="종현 김" userId="4e62a0cd71f6508f" providerId="LiveId" clId="{6E62CB57-B7C1-44BE-9515-1C88952032F1}" dt="2026-01-27T17:07:56.331" v="11599" actId="478"/>
          <ac:picMkLst>
            <pc:docMk/>
            <pc:sldMk cId="1642587962" sldId="394"/>
            <ac:picMk id="7" creationId="{B729B81D-BFA5-3A56-DC30-0DCD0EBA5308}"/>
          </ac:picMkLst>
        </pc:picChg>
        <pc:picChg chg="add mod">
          <ac:chgData name="종현 김" userId="4e62a0cd71f6508f" providerId="LiveId" clId="{6E62CB57-B7C1-44BE-9515-1C88952032F1}" dt="2026-01-27T17:08:49.872" v="11605" actId="1076"/>
          <ac:picMkLst>
            <pc:docMk/>
            <pc:sldMk cId="1642587962" sldId="394"/>
            <ac:picMk id="8" creationId="{94E75B25-C534-BB64-806D-745032A754E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83F2AD-ED4C-4EB7-812B-786B5CD91F28}" type="datetimeFigureOut">
              <a:rPr lang="ko-KR" altLang="en-US" smtClean="0"/>
              <a:t>2026-01-28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D85A4B-3C4A-4CDC-A882-312DF50637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8252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460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05804E-B716-D0B8-F263-2E8BC6C3F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4EC0B8F-8F02-1225-3BDA-672EE5D3BA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58A7692-3A0C-BBAC-409B-8EA5EA2700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로컬 </a:t>
            </a:r>
            <a:r>
              <a:rPr lang="en-US" altLang="ko-KR" dirty="0"/>
              <a:t>LLM</a:t>
            </a:r>
            <a:r>
              <a:rPr lang="ko-KR" altLang="en-US" dirty="0"/>
              <a:t>의 설명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243DFC5-0344-E221-4DCC-230993FE01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67155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97407-EEF4-977F-CF54-EC918C129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E2734F7-056C-0FFF-60FD-191B3C2CE8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25D8467-A9D2-E69C-3BEA-A4013AD4E7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로컬 </a:t>
            </a:r>
            <a:r>
              <a:rPr lang="en-US" altLang="ko-KR" dirty="0"/>
              <a:t>LLM</a:t>
            </a:r>
            <a:r>
              <a:rPr lang="ko-KR" altLang="en-US" dirty="0"/>
              <a:t>의 설명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A9D3005-FD55-41A8-DC9E-2AF4F3EE04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46609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F882A-4340-AA15-9A57-7879D5206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93A5329-0E35-F596-DE65-F762F7D2B3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CD4D6DE-81E4-D970-DEFA-47611E17D0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로컬 </a:t>
            </a:r>
            <a:r>
              <a:rPr lang="en-US" altLang="ko-KR" dirty="0"/>
              <a:t>LLM</a:t>
            </a:r>
            <a:r>
              <a:rPr lang="ko-KR" altLang="en-US" dirty="0"/>
              <a:t>의 설명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199DD3F-BD71-0687-DA6B-773E3E1388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0544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B80D9-3AA8-1D9B-DD97-F0B73EBA6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3136F99-6E8C-7FC9-BDA6-2546AD8F74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64B41DD-D412-91C6-FBC9-AF1219B55B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로컬 </a:t>
            </a:r>
            <a:r>
              <a:rPr lang="en-US" altLang="ko-KR" dirty="0"/>
              <a:t>LLM</a:t>
            </a:r>
            <a:r>
              <a:rPr lang="ko-KR" altLang="en-US" dirty="0"/>
              <a:t>의 설명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24198A6-B1A4-9F2F-DC4A-0A2C68FA44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98907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739235-E478-2E3D-D072-42A62B4D2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97961BD-9FD8-EA63-E4F0-8401660335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27ADFDB-8044-365F-243A-DC5802467B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로컬 </a:t>
            </a:r>
            <a:r>
              <a:rPr lang="en-US" altLang="ko-KR" dirty="0"/>
              <a:t>LLM</a:t>
            </a:r>
            <a:r>
              <a:rPr lang="ko-KR" altLang="en-US" dirty="0"/>
              <a:t>의 설명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D1D458-6A5A-665F-0877-2E0EE70925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68366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10440F-4759-3698-2852-F03871C65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E894F12-7E78-A717-5528-5F056D61FC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3A661AC-91FC-C05F-2E13-6E13D35083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로컬 </a:t>
            </a:r>
            <a:r>
              <a:rPr lang="en-US" altLang="ko-KR" dirty="0"/>
              <a:t>LLM</a:t>
            </a:r>
            <a:r>
              <a:rPr lang="ko-KR" altLang="en-US" dirty="0"/>
              <a:t>의 설명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D780E26-EC69-DF49-6923-19D954BA5E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19140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70027-320F-0E05-34AB-E3D8A3932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2607CD0-4947-3110-31BB-E45DD63DA6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2C98919-6100-6647-CE1A-B514049583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로컬 </a:t>
            </a:r>
            <a:r>
              <a:rPr lang="en-US" altLang="ko-KR" dirty="0"/>
              <a:t>LLM</a:t>
            </a:r>
            <a:r>
              <a:rPr lang="ko-KR" altLang="en-US" dirty="0"/>
              <a:t>의 설명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D89D2B-2BE3-972E-5565-1A9D3A42B7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05929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CF82F3-1444-E4D8-703B-17F3CF0BD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071A411-C1C2-EE56-E6C9-EC02DD518A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395168C-A39C-FB81-BB84-B53F32E473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로컬 </a:t>
            </a:r>
            <a:r>
              <a:rPr lang="en-US" altLang="ko-KR" dirty="0"/>
              <a:t>LLM</a:t>
            </a:r>
            <a:r>
              <a:rPr lang="ko-KR" altLang="en-US" dirty="0"/>
              <a:t>의 설명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D6171DD-DA7E-7ECE-D3F5-FA76DA4293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39507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C7E08-2BF9-2190-88F3-1670A9EA2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B13174C-C8D1-5EE0-00E8-D375062C76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7751C9B-A058-13C8-74C4-CD80723770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로컬 </a:t>
            </a:r>
            <a:r>
              <a:rPr lang="en-US" altLang="ko-KR" dirty="0"/>
              <a:t>LLM</a:t>
            </a:r>
            <a:r>
              <a:rPr lang="ko-KR" altLang="en-US" dirty="0"/>
              <a:t>의 설명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8FF5A43-52E6-8F9F-A71B-465132AEF1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05788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97D34-2BDD-0A11-662F-EAE919193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5F7C1B6-B4E9-3521-7621-D02615762B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B232158-1D72-2250-25B3-1C226F7035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로컬 </a:t>
            </a:r>
            <a:r>
              <a:rPr lang="en-US" altLang="ko-KR" dirty="0"/>
              <a:t>LLM</a:t>
            </a:r>
            <a:r>
              <a:rPr lang="ko-KR" altLang="en-US" dirty="0"/>
              <a:t>의 설명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BEC78D7-CEA1-DF29-AE99-3B20D0A20A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05278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EF64A-3341-748B-47B9-2B2607F3C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55BFB28-2881-FB5B-39CC-5DD743AE5A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317F22D-AE89-862E-687A-4AAB5C6E71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로컬 </a:t>
            </a:r>
            <a:r>
              <a:rPr lang="en-US" altLang="ko-KR" dirty="0"/>
              <a:t>LLM</a:t>
            </a:r>
            <a:r>
              <a:rPr lang="ko-KR" altLang="en-US" dirty="0"/>
              <a:t>의 설명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679694B-FB4C-A0A8-4B23-B08FD83549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34985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38B1C-F117-5288-0986-76AE2C34A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1D42BAD-2C18-C51B-EAFB-91BFCFE8B2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E671375-1EE8-6110-9A00-60D030F618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로컬 </a:t>
            </a:r>
            <a:r>
              <a:rPr lang="en-US" altLang="ko-KR" dirty="0"/>
              <a:t>LLM</a:t>
            </a:r>
            <a:r>
              <a:rPr lang="ko-KR" altLang="en-US" dirty="0"/>
              <a:t>의 설명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45F997-BA5B-EA79-F886-6B293A6521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52309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B9CFBB-0C80-10A7-35E1-F73FD19BE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1502A9A-6799-C68F-66B9-5197E19590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9313BD3-DBEC-FAF9-33A8-B46C868849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로컬 </a:t>
            </a:r>
            <a:r>
              <a:rPr lang="en-US" altLang="ko-KR" dirty="0"/>
              <a:t>LLM</a:t>
            </a:r>
            <a:r>
              <a:rPr lang="ko-KR" altLang="en-US" dirty="0"/>
              <a:t>의 설명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0B1CE37-9F5C-652F-43C2-78F0140449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11753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7E10E3-4774-C1C4-A8AD-A261F2338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254B232-E054-A697-BCB1-44CA72921B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1606D1C-DC23-189D-A34E-0C68C06196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로컬 </a:t>
            </a:r>
            <a:r>
              <a:rPr lang="en-US" altLang="ko-KR" dirty="0"/>
              <a:t>LLM</a:t>
            </a:r>
            <a:r>
              <a:rPr lang="ko-KR" altLang="en-US" dirty="0"/>
              <a:t>의 설명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0B85803-14C4-3E03-40F7-680E3EB58C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76321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61DE4-C89A-CAA2-8B1E-505D0AF2A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C38B3E8-1494-1A43-4988-CA083FF1EA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C52B3E5-C910-F53E-D08C-BABC1B6FE8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로컬 </a:t>
            </a:r>
            <a:r>
              <a:rPr lang="en-US" altLang="ko-KR" dirty="0"/>
              <a:t>LLM</a:t>
            </a:r>
            <a:r>
              <a:rPr lang="ko-KR" altLang="en-US" dirty="0"/>
              <a:t>의 설명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B7C475-9353-6BF4-2F8A-254B36EF59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08717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B426D7-CF5B-0F03-754A-819353795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BDE4A47-F384-43CD-A845-C2C6D074D1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DCAE07C-C7DD-6B9D-8200-E54252B483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로컬 </a:t>
            </a:r>
            <a:r>
              <a:rPr lang="en-US" altLang="ko-KR" dirty="0"/>
              <a:t>LLM</a:t>
            </a:r>
            <a:r>
              <a:rPr lang="ko-KR" altLang="en-US" dirty="0"/>
              <a:t>의 설명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2C5F9ED-A702-459D-A3F8-C651E7438F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41926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A12E85-B4D7-CF69-D3D8-07BAB0A456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5323C7C-A4DD-B784-17BE-82950210BC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E3FE99-E09D-93C6-6FF1-B58268439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E06D2-2A69-4E78-B74D-11F45FE9BC23}" type="datetimeFigureOut">
              <a:rPr lang="ko-KR" altLang="en-US" smtClean="0"/>
              <a:t>2026-01-28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0CADF6-D64A-8C4E-E384-D72B3CF68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12EBBA-53B5-E5BF-E632-CCA7D01DA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DDE44-0C0B-4395-8E83-3BF7B3AFEB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7355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154CD1-23AC-2732-15A2-557424885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8DB3A8-B149-8368-CD32-2BC9D0DDC9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D02326-6107-96CE-C34C-02FA58889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E06D2-2A69-4E78-B74D-11F45FE9BC23}" type="datetimeFigureOut">
              <a:rPr lang="ko-KR" altLang="en-US" smtClean="0"/>
              <a:t>2026-01-28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D9EF87E-B2AA-E9B5-F25D-1D85A3383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58C4ED-CF1D-E261-663C-B8793C3D9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DDE44-0C0B-4395-8E83-3BF7B3AFEB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9392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62F568-2C90-972A-858A-8A0F87F63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992CBD3-2C61-9EF5-7E00-DCACD0AA96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DD3F6E9-047A-EEB5-8FC6-4E4EC5271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E06D2-2A69-4E78-B74D-11F45FE9BC23}" type="datetimeFigureOut">
              <a:rPr lang="ko-KR" altLang="en-US" smtClean="0"/>
              <a:t>2026-01-28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DD9336-8451-E3ED-C7C1-758315FEE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30674B3-B5FA-1093-A408-311FD6795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DDE44-0C0B-4395-8E83-3BF7B3AFEB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80072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359FF2-3FB5-BAB2-A63A-DC954B956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216055C-FFF8-78E1-BA65-5E76CD3CE2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62F4AB4-0E26-9B09-C9DF-1A01B3897E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CC35ED3-C870-BDAF-31C7-D8E0528D4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E06D2-2A69-4E78-B74D-11F45FE9BC23}" type="datetimeFigureOut">
              <a:rPr lang="ko-KR" altLang="en-US" smtClean="0"/>
              <a:t>2026-01-28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794AF5-B4BB-9E19-396B-79E28070D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F751E05-89E6-5541-6CDA-B0031240E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DDE44-0C0B-4395-8E83-3BF7B3AFEB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347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307599-86BC-035D-65AE-56142602F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7FE95EA-DC07-E61E-B26F-981D6359FA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4CA46FA-C1F4-3657-8EA5-17E1D4A0A7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1DCFFD1-ABCC-60A0-F179-E85FD2BE01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74EFE44-D274-F010-EC31-571F41AF23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1BC54F3-9373-4F8B-5A71-E671B839A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E06D2-2A69-4E78-B74D-11F45FE9BC23}" type="datetimeFigureOut">
              <a:rPr lang="ko-KR" altLang="en-US" smtClean="0"/>
              <a:t>2026-01-28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BAE0C73-4274-4094-15DD-B7F04E9D2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7BBCCF9-26CE-186E-0A96-9A7F307B7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DDE44-0C0B-4395-8E83-3BF7B3AFEB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9635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E1388A-FA2D-B74E-B02E-C0B686689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45FB4BD-FD86-4ADA-BE6E-DB29E0FB2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E06D2-2A69-4E78-B74D-11F45FE9BC23}" type="datetimeFigureOut">
              <a:rPr lang="ko-KR" altLang="en-US" smtClean="0"/>
              <a:t>2026-01-28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476405D-0187-D48A-DFD8-DC90009EE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73067F7-AD47-48BC-1232-A8A940F8B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DDE44-0C0B-4395-8E83-3BF7B3AFEB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2828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3BDB35C-508E-6BCE-C5E0-493F44061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E06D2-2A69-4E78-B74D-11F45FE9BC23}" type="datetimeFigureOut">
              <a:rPr lang="ko-KR" altLang="en-US" smtClean="0"/>
              <a:t>2026-01-28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BABC2B4-0F86-36F4-2F7C-7BA59C59C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7BF9D0F-EDE0-183E-73BB-ADADC97AB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DDE44-0C0B-4395-8E83-3BF7B3AFEB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08008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48ED61-853E-0214-94F5-97DE7122F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07EF3C-481E-96A5-1932-5ED0E52F6B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0F1B9B0-7D12-72FB-B1AD-EB635A8AA8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3C14860-7B50-F03D-A0DD-DF772E102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E06D2-2A69-4E78-B74D-11F45FE9BC23}" type="datetimeFigureOut">
              <a:rPr lang="ko-KR" altLang="en-US" smtClean="0"/>
              <a:t>2026-01-28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2AF1E49-0015-C513-B335-4EF94F3A2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54EEE7E-AC2C-06D3-58B8-DB765086F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DDE44-0C0B-4395-8E83-3BF7B3AFEB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7848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1E199C-86E6-B769-5CC3-885FE9C32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F2111F3-90DF-6B55-947E-AD3EBF1F18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F84A870-FA48-1EAE-ABA4-6FF4909116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5F9B68A-02EF-F0D7-F9DF-BB65423C0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E06D2-2A69-4E78-B74D-11F45FE9BC23}" type="datetimeFigureOut">
              <a:rPr lang="ko-KR" altLang="en-US" smtClean="0"/>
              <a:t>2026-01-28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D753C0D-5D4B-F83F-8E43-7297A226F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CF88229-5E60-8B9B-FD2D-DB836D3EB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DDE44-0C0B-4395-8E83-3BF7B3AFEB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1153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A93291-DC44-253C-D67F-62EE0F374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88FB284-CDD9-8F3A-F9C3-D01653A26C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09052D9-C9E0-88C2-5CBD-1401C9EE9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E06D2-2A69-4E78-B74D-11F45FE9BC23}" type="datetimeFigureOut">
              <a:rPr lang="ko-KR" altLang="en-US" smtClean="0"/>
              <a:t>2026-01-28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AC4588D-2E4D-896C-04E3-B66746C14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8738CEF-7B37-7D93-C207-6EF7F4BA4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DDE44-0C0B-4395-8E83-3BF7B3AFEB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38600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E56A05B-68C8-46C7-2626-18E9A74876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1CF17A9-FE0A-6243-7186-51A13C37B9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B6BFBD-64DB-6026-9CBF-2DB362E61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E06D2-2A69-4E78-B74D-11F45FE9BC23}" type="datetimeFigureOut">
              <a:rPr lang="ko-KR" altLang="en-US" smtClean="0"/>
              <a:t>2026-01-28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1F702A-A76E-1C65-0971-1BA75B700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C04C18-0893-C867-F133-B619B6628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DDE44-0C0B-4395-8E83-3BF7B3AFEB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0886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819403-53DF-6604-2F26-99E19AD56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BC860CA-87F4-06D3-0DF1-91E6937F0A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47BEE7-752D-B995-E426-EB07FBE26B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1E06D2-2A69-4E78-B74D-11F45FE9BC23}" type="datetimeFigureOut">
              <a:rPr lang="ko-KR" altLang="en-US" smtClean="0"/>
              <a:t>2026-01-28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BC53958-31A1-0D7B-75E9-ECDD8AC8FC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2EE7CD-A15E-F2CC-3777-91CEEB31DF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6DDE44-0C0B-4395-8E83-3BF7B3AFEB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6501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5A92FA-518A-0B6D-16FB-CD7306E215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0091" y="2057400"/>
            <a:ext cx="9466662" cy="830558"/>
          </a:xfrm>
        </p:spPr>
        <p:txBody>
          <a:bodyPr>
            <a:normAutofit/>
          </a:bodyPr>
          <a:lstStyle/>
          <a:p>
            <a:pPr algn="l"/>
            <a:r>
              <a:rPr lang="ko-KR" altLang="en-US" sz="4400" b="1" dirty="0"/>
              <a:t>실시간 번역기 만들기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D23DAA8-F9CB-F786-B098-04DDD37342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0092" y="4322135"/>
            <a:ext cx="2640418" cy="459599"/>
          </a:xfrm>
        </p:spPr>
        <p:txBody>
          <a:bodyPr/>
          <a:lstStyle/>
          <a:p>
            <a:r>
              <a:rPr lang="en-US" altLang="ko-KR" dirty="0"/>
              <a:t>20220300 </a:t>
            </a:r>
            <a:r>
              <a:rPr lang="ko-KR" altLang="en-US" dirty="0"/>
              <a:t>김종현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087AB0-D8D5-7543-BEEF-A82F9DA2BBE9}"/>
              </a:ext>
            </a:extLst>
          </p:cNvPr>
          <p:cNvSpPr txBox="1"/>
          <p:nvPr/>
        </p:nvSpPr>
        <p:spPr>
          <a:xfrm>
            <a:off x="10403457" y="6211019"/>
            <a:ext cx="13869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2026-01-28</a:t>
            </a:r>
          </a:p>
        </p:txBody>
      </p:sp>
    </p:spTree>
    <p:extLst>
      <p:ext uri="{BB962C8B-B14F-4D97-AF65-F5344CB8AC3E}">
        <p14:creationId xmlns:p14="http://schemas.microsoft.com/office/powerpoint/2010/main" val="29375317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A79DAF-772F-2876-1F59-FA07EEFA7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778E5D-C179-E5E5-01C2-F5C104F2A8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090168"/>
            <a:ext cx="10515600" cy="3770044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ko-KR" altLang="en-US" dirty="0"/>
              <a:t>주제를 선정한 이유</a:t>
            </a: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r>
              <a:rPr lang="ko-KR" altLang="en-US" dirty="0"/>
              <a:t>무엇을 사용했는지 </a:t>
            </a: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r>
              <a:rPr lang="ko-KR" altLang="en-US" dirty="0"/>
              <a:t>결과</a:t>
            </a: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r>
              <a:rPr lang="ko-KR" altLang="en-US" dirty="0"/>
              <a:t>그리고 추가로 해볼만한 실험들</a:t>
            </a:r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8936FC-1DB7-7421-7323-CCD407A1E8F2}"/>
              </a:ext>
            </a:extLst>
          </p:cNvPr>
          <p:cNvSpPr txBox="1"/>
          <p:nvPr/>
        </p:nvSpPr>
        <p:spPr>
          <a:xfrm>
            <a:off x="11085136" y="6092765"/>
            <a:ext cx="5373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-2-</a:t>
            </a:r>
          </a:p>
        </p:txBody>
      </p:sp>
    </p:spTree>
    <p:extLst>
      <p:ext uri="{BB962C8B-B14F-4D97-AF65-F5344CB8AC3E}">
        <p14:creationId xmlns:p14="http://schemas.microsoft.com/office/powerpoint/2010/main" val="39062224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D3F11-2436-5C61-BF56-B28933BF5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A74462-FE98-741B-07BD-9ED2CE655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주제 선정 이유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6AFD46-211A-EF3D-7AC9-907E604D5E83}"/>
              </a:ext>
            </a:extLst>
          </p:cNvPr>
          <p:cNvSpPr txBox="1"/>
          <p:nvPr/>
        </p:nvSpPr>
        <p:spPr>
          <a:xfrm>
            <a:off x="11085136" y="6092765"/>
            <a:ext cx="5373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-3-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7752D0-F6B1-D2CE-B288-27FBFEB8840D}"/>
              </a:ext>
            </a:extLst>
          </p:cNvPr>
          <p:cNvSpPr txBox="1"/>
          <p:nvPr/>
        </p:nvSpPr>
        <p:spPr>
          <a:xfrm>
            <a:off x="6942014" y="2370857"/>
            <a:ext cx="4411785" cy="21162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로컬 </a:t>
            </a:r>
            <a:r>
              <a:rPr lang="en-US" altLang="ko-KR" dirty="0" err="1"/>
              <a:t>llm</a:t>
            </a:r>
            <a:r>
              <a:rPr lang="ko-KR" altLang="en-US" dirty="0"/>
              <a:t>을 활용해서 실시간 번역을</a:t>
            </a:r>
            <a:br>
              <a:rPr lang="en-US" altLang="ko-KR" dirty="0"/>
            </a:br>
            <a:r>
              <a:rPr lang="ko-KR" altLang="en-US" dirty="0"/>
              <a:t>해보고 싶었습니다</a:t>
            </a:r>
            <a:r>
              <a:rPr lang="en-US" altLang="ko-KR" dirty="0"/>
              <a:t>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만약 만든다면 프롬프트로 고유명사를</a:t>
            </a:r>
            <a:br>
              <a:rPr lang="en-US" altLang="ko-KR" dirty="0"/>
            </a:br>
            <a:r>
              <a:rPr lang="ko-KR" altLang="en-US" dirty="0"/>
              <a:t>따로 처리하는 것이 가능하지 않을까</a:t>
            </a:r>
            <a:r>
              <a:rPr lang="en-US" altLang="ko-KR" dirty="0"/>
              <a:t>?</a:t>
            </a:r>
          </a:p>
        </p:txBody>
      </p:sp>
      <p:pic>
        <p:nvPicPr>
          <p:cNvPr id="7" name="그림 6" descr="상징, 로고, 폰트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491AA6E-80E2-3117-7026-C7D0F0914D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8505" y="1941700"/>
            <a:ext cx="3411071" cy="3411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0913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A3618-C761-88D4-6706-AFC6B7367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C1CC4D-85E6-B2CF-B4D7-394C3BFE4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사용한 </a:t>
            </a:r>
            <a:r>
              <a:rPr lang="en-US" altLang="ko-KR" dirty="0" err="1"/>
              <a:t>ocr</a:t>
            </a:r>
            <a:r>
              <a:rPr lang="en-US" altLang="ko-KR" dirty="0"/>
              <a:t> </a:t>
            </a:r>
            <a:r>
              <a:rPr lang="ko-KR" altLang="en-US" dirty="0"/>
              <a:t>모델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13EEBD-D02C-1AEA-127F-D8B4451E8C64}"/>
              </a:ext>
            </a:extLst>
          </p:cNvPr>
          <p:cNvSpPr txBox="1"/>
          <p:nvPr/>
        </p:nvSpPr>
        <p:spPr>
          <a:xfrm>
            <a:off x="11085136" y="6092765"/>
            <a:ext cx="5373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-4-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5B4C55-1162-D746-DEF4-7B495D90A807}"/>
              </a:ext>
            </a:extLst>
          </p:cNvPr>
          <p:cNvSpPr txBox="1"/>
          <p:nvPr/>
        </p:nvSpPr>
        <p:spPr>
          <a:xfrm>
            <a:off x="6719500" y="2370857"/>
            <a:ext cx="5036956" cy="21162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 err="1"/>
              <a:t>paddleOCR</a:t>
            </a:r>
            <a:r>
              <a:rPr lang="en-US" altLang="ko-KR" dirty="0"/>
              <a:t> </a:t>
            </a:r>
            <a:r>
              <a:rPr lang="ko-KR" altLang="en-US" dirty="0"/>
              <a:t>모델을 활용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MB</a:t>
            </a:r>
            <a:r>
              <a:rPr lang="ko-KR" altLang="en-US" dirty="0"/>
              <a:t>단위 크기의 굉장히 가벼운 모델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하지만 글자 읽기에 강한 성능을 보여줍니다</a:t>
            </a:r>
            <a:endParaRPr lang="en-US" altLang="ko-KR" dirty="0"/>
          </a:p>
        </p:txBody>
      </p:sp>
      <p:pic>
        <p:nvPicPr>
          <p:cNvPr id="7" name="그림 6" descr="텍스트, 스크린샷, 일렉트릭 블루, 블루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6E98198-A693-B98E-2E44-2670C5A664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705613"/>
            <a:ext cx="5154889" cy="1446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724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641C5-88DB-0060-062C-3A0A8513B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AC49B8-E642-C07D-4F86-9C1C66854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사용한 번역 모델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F4853A-B42B-96A1-6972-AC2A7CB564D3}"/>
              </a:ext>
            </a:extLst>
          </p:cNvPr>
          <p:cNvSpPr txBox="1"/>
          <p:nvPr/>
        </p:nvSpPr>
        <p:spPr>
          <a:xfrm>
            <a:off x="11085136" y="6092765"/>
            <a:ext cx="5373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-5-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67B7A1-8C29-E3CC-F0E8-B57003978750}"/>
              </a:ext>
            </a:extLst>
          </p:cNvPr>
          <p:cNvSpPr txBox="1"/>
          <p:nvPr/>
        </p:nvSpPr>
        <p:spPr>
          <a:xfrm>
            <a:off x="6719500" y="2370857"/>
            <a:ext cx="4113627" cy="17007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 err="1"/>
              <a:t>야놀자에서</a:t>
            </a:r>
            <a:r>
              <a:rPr lang="ko-KR" altLang="en-US" dirty="0"/>
              <a:t> 개발한 번역모델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구글에서 만들었던 </a:t>
            </a:r>
            <a:r>
              <a:rPr lang="en-US" altLang="ko-KR" dirty="0"/>
              <a:t>Gemma3</a:t>
            </a:r>
            <a:r>
              <a:rPr lang="ko-KR" altLang="en-US" dirty="0"/>
              <a:t>를 </a:t>
            </a:r>
            <a:br>
              <a:rPr lang="en-US" altLang="ko-KR" dirty="0"/>
            </a:br>
            <a:r>
              <a:rPr lang="ko-KR" altLang="en-US" dirty="0"/>
              <a:t>번역을 잘하도록 </a:t>
            </a:r>
            <a:r>
              <a:rPr lang="ko-KR" altLang="en-US" dirty="0" err="1"/>
              <a:t>파인튜닝한</a:t>
            </a:r>
            <a:r>
              <a:rPr lang="ko-KR" altLang="en-US" dirty="0"/>
              <a:t> 모델 </a:t>
            </a:r>
            <a:endParaRPr lang="en-US" altLang="ko-KR" dirty="0"/>
          </a:p>
        </p:txBody>
      </p:sp>
      <p:pic>
        <p:nvPicPr>
          <p:cNvPr id="6" name="그림 5" descr="텍스트, 폰트, 스크린샷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183B814-C61B-52E7-C9E5-725E30AD99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86062"/>
            <a:ext cx="5458272" cy="3637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7247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C8991C-CC8A-982F-12E6-30D7AD9C0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05C862-E0AD-1753-877F-1F63890BD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사용한 번역 모델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8736AE-15B7-4C36-89E0-70E1A6DF1281}"/>
              </a:ext>
            </a:extLst>
          </p:cNvPr>
          <p:cNvSpPr txBox="1"/>
          <p:nvPr/>
        </p:nvSpPr>
        <p:spPr>
          <a:xfrm>
            <a:off x="11085136" y="6092765"/>
            <a:ext cx="5373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-6-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408596-13D6-F685-9BB1-196C5D4F2DC8}"/>
              </a:ext>
            </a:extLst>
          </p:cNvPr>
          <p:cNvSpPr txBox="1"/>
          <p:nvPr/>
        </p:nvSpPr>
        <p:spPr>
          <a:xfrm>
            <a:off x="6701571" y="2558174"/>
            <a:ext cx="4493538" cy="21162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모델에 대한 프롬프트는 한국어로 번역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Temperature</a:t>
            </a:r>
            <a:r>
              <a:rPr lang="ko-KR" altLang="en-US" dirty="0"/>
              <a:t>는 </a:t>
            </a:r>
            <a:r>
              <a:rPr lang="en-US" altLang="ko-KR" dirty="0"/>
              <a:t>0</a:t>
            </a:r>
            <a:r>
              <a:rPr lang="ko-KR" altLang="en-US" dirty="0"/>
              <a:t>으로 설정 </a:t>
            </a:r>
            <a:br>
              <a:rPr lang="en-US" altLang="ko-KR" dirty="0"/>
            </a:b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번역 품질을 동일하게 유지</a:t>
            </a:r>
            <a:endParaRPr lang="en-US" altLang="ko-KR" dirty="0"/>
          </a:p>
        </p:txBody>
      </p:sp>
      <p:pic>
        <p:nvPicPr>
          <p:cNvPr id="7" name="그림 6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6BE566E-2403-9166-B8CF-EFC7F6DB01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472233"/>
            <a:ext cx="4993712" cy="1039361"/>
          </a:xfrm>
          <a:prstGeom prst="rect">
            <a:avLst/>
          </a:prstGeom>
        </p:spPr>
      </p:pic>
      <p:pic>
        <p:nvPicPr>
          <p:cNvPr id="9" name="그림 8" descr="스크린샷, 텍스트, 블랙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99FAF86-3199-AF0C-7F62-3EE1D60AC4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934419"/>
            <a:ext cx="5376007" cy="896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2194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B9858-0752-CE07-C539-369DEA4EC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AFEBA6-8EE5-9C0B-D1EA-3A51183C9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구성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DED5FB-F146-7FC5-1AF7-A7CB4DEEBDFC}"/>
              </a:ext>
            </a:extLst>
          </p:cNvPr>
          <p:cNvSpPr txBox="1"/>
          <p:nvPr/>
        </p:nvSpPr>
        <p:spPr>
          <a:xfrm>
            <a:off x="11085136" y="6092765"/>
            <a:ext cx="5373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-7-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D81EB7-4232-F651-E446-9EBBED6D6E58}"/>
              </a:ext>
            </a:extLst>
          </p:cNvPr>
          <p:cNvSpPr txBox="1"/>
          <p:nvPr/>
        </p:nvSpPr>
        <p:spPr>
          <a:xfrm>
            <a:off x="6719500" y="2370857"/>
            <a:ext cx="5036956" cy="21162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 err="1"/>
              <a:t>Ocr</a:t>
            </a:r>
            <a:r>
              <a:rPr lang="ko-KR" altLang="en-US" dirty="0"/>
              <a:t>모델을 </a:t>
            </a:r>
            <a:r>
              <a:rPr lang="ko-KR" altLang="en-US" dirty="0" err="1"/>
              <a:t>파이썬으로</a:t>
            </a:r>
            <a:r>
              <a:rPr lang="ko-KR" altLang="en-US" dirty="0"/>
              <a:t> 호출하여 글자 읽기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읽은 텍스트를 </a:t>
            </a:r>
            <a:r>
              <a:rPr lang="en-US" altLang="ko-KR" dirty="0" err="1"/>
              <a:t>lm</a:t>
            </a:r>
            <a:r>
              <a:rPr lang="en-US" altLang="ko-KR" dirty="0"/>
              <a:t> studio</a:t>
            </a:r>
            <a:r>
              <a:rPr lang="ko-KR" altLang="en-US" dirty="0"/>
              <a:t>에 보내 번역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번역된 텍스트를 다시 </a:t>
            </a:r>
            <a:r>
              <a:rPr lang="ko-KR" altLang="en-US" dirty="0" err="1"/>
              <a:t>오버레이에</a:t>
            </a:r>
            <a:r>
              <a:rPr lang="ko-KR" altLang="en-US" dirty="0"/>
              <a:t> 보내 출력</a:t>
            </a:r>
            <a:endParaRPr lang="en-US" altLang="ko-KR" dirty="0"/>
          </a:p>
        </p:txBody>
      </p:sp>
      <p:pic>
        <p:nvPicPr>
          <p:cNvPr id="6" name="그림 5" descr="텍스트, 스크린샷, 소프트웨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12FDF06-6689-D885-D53B-E877BCBC02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612" y="2370857"/>
            <a:ext cx="4201948" cy="2375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1418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1C1D4-AF44-6DF0-CD41-E50EBB08F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AD1486-B581-FAC8-FE50-CEEB9E324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결과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1723A7-052C-4A0C-E4E2-932474E77F74}"/>
              </a:ext>
            </a:extLst>
          </p:cNvPr>
          <p:cNvSpPr txBox="1"/>
          <p:nvPr/>
        </p:nvSpPr>
        <p:spPr>
          <a:xfrm>
            <a:off x="11085136" y="6092765"/>
            <a:ext cx="5373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-8-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5E5FE4-DA95-884D-F2C3-C4935CD781D4}"/>
              </a:ext>
            </a:extLst>
          </p:cNvPr>
          <p:cNvSpPr txBox="1"/>
          <p:nvPr/>
        </p:nvSpPr>
        <p:spPr>
          <a:xfrm>
            <a:off x="6719500" y="2370857"/>
            <a:ext cx="4822154" cy="29472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왼쪽의 모습은 </a:t>
            </a:r>
            <a:r>
              <a:rPr lang="en-US" altLang="ko-KR" dirty="0" err="1"/>
              <a:t>ocr</a:t>
            </a:r>
            <a:r>
              <a:rPr lang="ko-KR" altLang="en-US" dirty="0"/>
              <a:t>이 작동되는지 보여주고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오른쪽 아래 </a:t>
            </a:r>
            <a:r>
              <a:rPr lang="en-US" altLang="ko-KR" dirty="0" err="1"/>
              <a:t>lm</a:t>
            </a:r>
            <a:r>
              <a:rPr lang="en-US" altLang="ko-KR" dirty="0"/>
              <a:t> studio</a:t>
            </a:r>
            <a:r>
              <a:rPr lang="ko-KR" altLang="en-US" dirty="0"/>
              <a:t>가 텍스트를 읽고</a:t>
            </a:r>
            <a:br>
              <a:rPr lang="en-US" altLang="ko-KR" dirty="0"/>
            </a:br>
            <a:r>
              <a:rPr lang="ko-KR" altLang="en-US" dirty="0"/>
              <a:t>출력되는 결과를 볼 수 있습니다</a:t>
            </a:r>
            <a:r>
              <a:rPr lang="en-US" altLang="ko-KR" dirty="0"/>
              <a:t>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오른쪽 위 실시간으로 번역되는 문장들을</a:t>
            </a:r>
            <a:br>
              <a:rPr lang="en-US" altLang="ko-KR" dirty="0"/>
            </a:br>
            <a:r>
              <a:rPr lang="ko-KR" altLang="en-US" dirty="0"/>
              <a:t>오버레이로 보여집니다</a:t>
            </a:r>
            <a:r>
              <a:rPr lang="en-US" altLang="ko-KR" dirty="0"/>
              <a:t>.</a:t>
            </a:r>
          </a:p>
        </p:txBody>
      </p:sp>
      <p:pic>
        <p:nvPicPr>
          <p:cNvPr id="6" name="그림 5" descr="텍스트, 스크린샷, 소프트웨어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CD86439-45E2-BFB0-3CE0-0931C0C70B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069" y="2017170"/>
            <a:ext cx="6114397" cy="3439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5751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3B0C61-442E-6E55-AD46-E04D49D56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FDECFD-8619-52AD-F812-626D3521A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결과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9EC36F-05AC-7319-7432-AED6A84E16C8}"/>
              </a:ext>
            </a:extLst>
          </p:cNvPr>
          <p:cNvSpPr txBox="1"/>
          <p:nvPr/>
        </p:nvSpPr>
        <p:spPr>
          <a:xfrm>
            <a:off x="11085136" y="6092765"/>
            <a:ext cx="5373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-9-</a:t>
            </a:r>
          </a:p>
        </p:txBody>
      </p:sp>
      <p:pic>
        <p:nvPicPr>
          <p:cNvPr id="7" name="그림 6" descr="텍스트, 스크린샷, 폰트, 편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7D17974-6F01-809A-8A43-4C76E7C885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145" y="1415220"/>
            <a:ext cx="7817455" cy="495301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DBACB19-25B7-8FB1-6712-32366FD28F68}"/>
              </a:ext>
            </a:extLst>
          </p:cNvPr>
          <p:cNvSpPr txBox="1"/>
          <p:nvPr/>
        </p:nvSpPr>
        <p:spPr>
          <a:xfrm>
            <a:off x="8158264" y="2354094"/>
            <a:ext cx="3383390" cy="3362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보기 편하도록 하나의 창으로 조절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나름 잘 읽고 번역도 제대로 되는 모습을 보여줍니다 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그렇다면 프롬프트로 원하는 번역이 가능할까</a:t>
            </a:r>
            <a:r>
              <a:rPr lang="en-US" altLang="ko-KR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2582343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20B9A-FAAC-44A6-180D-457CC0324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158BF2-3E36-E71B-6383-B31AB673F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프롬프트가 제대로 작동이 되나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CC48E9-F625-4083-C328-EFA465F7AC49}"/>
              </a:ext>
            </a:extLst>
          </p:cNvPr>
          <p:cNvSpPr txBox="1"/>
          <p:nvPr/>
        </p:nvSpPr>
        <p:spPr>
          <a:xfrm>
            <a:off x="11085136" y="6092765"/>
            <a:ext cx="6783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-10-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944D69-64A4-F844-89B2-337F3B3FD317}"/>
              </a:ext>
            </a:extLst>
          </p:cNvPr>
          <p:cNvSpPr txBox="1"/>
          <p:nvPr/>
        </p:nvSpPr>
        <p:spPr>
          <a:xfrm>
            <a:off x="838200" y="5038927"/>
            <a:ext cx="7191983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아쉽게도 프롬프트가 제대로 적용되지 않는 모습을 보여줍니다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</p:txBody>
      </p:sp>
      <p:pic>
        <p:nvPicPr>
          <p:cNvPr id="9" name="그림 8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94B6F44-73FA-B8EF-9694-CFB917D75C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93734"/>
            <a:ext cx="9945908" cy="2360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3509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82BD5-323A-D83F-C2DB-767A27CCA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90F84D-0934-A098-1D4E-E441DD605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추가로 해본 것들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678AB5-80B2-D762-99AD-6BA2D1111E47}"/>
              </a:ext>
            </a:extLst>
          </p:cNvPr>
          <p:cNvSpPr txBox="1"/>
          <p:nvPr/>
        </p:nvSpPr>
        <p:spPr>
          <a:xfrm>
            <a:off x="11085136" y="6092765"/>
            <a:ext cx="6783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-11-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CBC5F2-0609-8FBD-087B-17207FE5CB9B}"/>
              </a:ext>
            </a:extLst>
          </p:cNvPr>
          <p:cNvSpPr txBox="1"/>
          <p:nvPr/>
        </p:nvSpPr>
        <p:spPr>
          <a:xfrm>
            <a:off x="6661134" y="2002587"/>
            <a:ext cx="5306261" cy="37782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해보니 몇가지 해보고 싶은 부분들이 존재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조금 더 큰 비전 모델을 써서 인식을 시킨다면</a:t>
            </a:r>
            <a:r>
              <a:rPr lang="en-US" altLang="ko-KR" dirty="0"/>
              <a:t>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로컬 모델이 아닌 큰 모델의 </a:t>
            </a:r>
            <a:r>
              <a:rPr lang="en-US" altLang="ko-KR" dirty="0" err="1"/>
              <a:t>llm</a:t>
            </a:r>
            <a:r>
              <a:rPr lang="ko-KR" altLang="en-US" dirty="0"/>
              <a:t>은</a:t>
            </a:r>
            <a:r>
              <a:rPr lang="en-US" altLang="ko-KR" dirty="0"/>
              <a:t>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구글 번역을 쓰는 것과는 또 어떤 차이</a:t>
            </a:r>
            <a:r>
              <a:rPr lang="en-US" altLang="ko-KR" dirty="0"/>
              <a:t>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하다가 구글에서 번역 특화 모델을 공개</a:t>
            </a:r>
            <a:endParaRPr lang="en-US" altLang="ko-KR" dirty="0"/>
          </a:p>
        </p:txBody>
      </p:sp>
      <p:pic>
        <p:nvPicPr>
          <p:cNvPr id="6" name="그림 5" descr="폰트, 그래픽, 그래픽 디자인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34D84ED-9FAC-9969-F8F4-DF7350146E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216054"/>
            <a:ext cx="4853025" cy="1558277"/>
          </a:xfrm>
          <a:prstGeom prst="rect">
            <a:avLst/>
          </a:prstGeom>
        </p:spPr>
      </p:pic>
      <p:pic>
        <p:nvPicPr>
          <p:cNvPr id="7" name="그림 6" descr="폰트, 텍스트, 그래픽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F2E3ED7-C315-85F9-B27F-D3501D95A4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132120"/>
            <a:ext cx="5576511" cy="1325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5947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91F98-4A52-67BF-AEEE-74841BA95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B3A89A-D0B3-AFF5-2C04-5D1A5CC7C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추가로 해본 것들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4BC185-5B6C-5388-83EF-F43EF145E2BA}"/>
              </a:ext>
            </a:extLst>
          </p:cNvPr>
          <p:cNvSpPr txBox="1"/>
          <p:nvPr/>
        </p:nvSpPr>
        <p:spPr>
          <a:xfrm>
            <a:off x="11085136" y="6092765"/>
            <a:ext cx="6783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-12-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E02AF2-1557-3AF6-1C05-430AAA4D56B3}"/>
              </a:ext>
            </a:extLst>
          </p:cNvPr>
          <p:cNvSpPr txBox="1"/>
          <p:nvPr/>
        </p:nvSpPr>
        <p:spPr>
          <a:xfrm>
            <a:off x="6661134" y="1728683"/>
            <a:ext cx="4620176" cy="37782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그렇게 총 </a:t>
            </a:r>
            <a:r>
              <a:rPr lang="en-US" altLang="ko-KR" dirty="0"/>
              <a:t>7</a:t>
            </a:r>
            <a:r>
              <a:rPr lang="ko-KR" altLang="en-US" dirty="0"/>
              <a:t>가지의 경우를 만들었습니다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구글 무료 </a:t>
            </a:r>
            <a:r>
              <a:rPr lang="en-US" altLang="ko-KR" dirty="0" err="1"/>
              <a:t>api</a:t>
            </a:r>
            <a:r>
              <a:rPr lang="en-US" altLang="ko-KR" dirty="0"/>
              <a:t> </a:t>
            </a:r>
            <a:r>
              <a:rPr lang="ko-KR" altLang="en-US" dirty="0"/>
              <a:t>사용량 활용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 err="1"/>
              <a:t>PaddleOCR</a:t>
            </a:r>
            <a:r>
              <a:rPr lang="en-US" altLang="ko-KR" dirty="0"/>
              <a:t> + Rosetta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 err="1"/>
              <a:t>PaddleOCR</a:t>
            </a:r>
            <a:r>
              <a:rPr lang="en-US" altLang="ko-KR" dirty="0"/>
              <a:t> + </a:t>
            </a:r>
            <a:r>
              <a:rPr lang="en-US" altLang="ko-KR" dirty="0" err="1"/>
              <a:t>TranslateGemma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 err="1"/>
              <a:t>TranslateGemma</a:t>
            </a:r>
            <a:r>
              <a:rPr lang="en-US" altLang="ko-KR" dirty="0"/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 err="1"/>
              <a:t>QwenVL</a:t>
            </a:r>
            <a:r>
              <a:rPr lang="en-US" altLang="ko-KR" dirty="0"/>
              <a:t> + Gemini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 err="1"/>
              <a:t>QwenVL</a:t>
            </a:r>
            <a:r>
              <a:rPr lang="en-US" altLang="ko-KR" dirty="0"/>
              <a:t> + Google Translate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 err="1"/>
              <a:t>PaddleOCR</a:t>
            </a:r>
            <a:r>
              <a:rPr lang="en-US" altLang="ko-KR" dirty="0"/>
              <a:t> + Gemini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 err="1"/>
              <a:t>PaddleOCR</a:t>
            </a:r>
            <a:r>
              <a:rPr lang="en-US" altLang="ko-KR" dirty="0"/>
              <a:t> + Google Translate</a:t>
            </a:r>
          </a:p>
        </p:txBody>
      </p:sp>
      <p:pic>
        <p:nvPicPr>
          <p:cNvPr id="8" name="그림 7" descr="텍스트, 스크린샷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939C0E7-1995-950D-D63D-816B0EC43A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2055" y="2128004"/>
            <a:ext cx="3091774" cy="2979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2868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CA2049-6BE6-CA3E-3A40-3533C99F8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4D5778-5E0F-90B5-24D7-BB7027D36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TranslateGemma</a:t>
            </a:r>
            <a:r>
              <a:rPr lang="en-US" altLang="ko-KR" dirty="0"/>
              <a:t> </a:t>
            </a:r>
            <a:r>
              <a:rPr lang="ko-KR" altLang="en-US" dirty="0"/>
              <a:t>텍스트 </a:t>
            </a:r>
            <a:r>
              <a:rPr lang="en-US" altLang="ko-KR" dirty="0"/>
              <a:t>vs </a:t>
            </a:r>
            <a:r>
              <a:rPr lang="ko-KR" altLang="en-US" dirty="0"/>
              <a:t>이미지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236C2C-8AF9-B709-F712-7BED3F4916FC}"/>
              </a:ext>
            </a:extLst>
          </p:cNvPr>
          <p:cNvSpPr txBox="1"/>
          <p:nvPr/>
        </p:nvSpPr>
        <p:spPr>
          <a:xfrm>
            <a:off x="11085136" y="6092765"/>
            <a:ext cx="6783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-13-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78B367-9D89-62E7-B3F1-99AE654458AC}"/>
              </a:ext>
            </a:extLst>
          </p:cNvPr>
          <p:cNvSpPr txBox="1"/>
          <p:nvPr/>
        </p:nvSpPr>
        <p:spPr>
          <a:xfrm>
            <a:off x="5171401" y="1884023"/>
            <a:ext cx="6375400" cy="37782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두 결과 모두 비슷한 내용입니다</a:t>
            </a:r>
            <a:r>
              <a:rPr lang="en-US" altLang="ko-KR" dirty="0"/>
              <a:t>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하지만 자세히 보면 자세히 보면 일부</a:t>
            </a:r>
            <a:br>
              <a:rPr lang="en-US" altLang="ko-KR" dirty="0"/>
            </a:br>
            <a:r>
              <a:rPr lang="ko-KR" altLang="en-US" dirty="0"/>
              <a:t>누락되는 단어들이 있었습니다</a:t>
            </a:r>
            <a:r>
              <a:rPr lang="en-US" altLang="ko-KR" dirty="0"/>
              <a:t>. </a:t>
            </a:r>
            <a:br>
              <a:rPr lang="en-US" altLang="ko-KR" dirty="0"/>
            </a:b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기존 최고 결과</a:t>
            </a:r>
            <a:r>
              <a:rPr lang="en-US" altLang="ko-KR" dirty="0"/>
              <a:t>(</a:t>
            </a:r>
            <a:r>
              <a:rPr lang="ko-KR" altLang="en-US" dirty="0"/>
              <a:t>앙상블 포함</a:t>
            </a:r>
            <a:r>
              <a:rPr lang="en-US" altLang="ko-KR" dirty="0"/>
              <a:t>)</a:t>
            </a:r>
            <a:r>
              <a:rPr lang="ko-KR" altLang="en-US" dirty="0"/>
              <a:t>보다 </a:t>
            </a:r>
            <a:r>
              <a:rPr lang="en-US" altLang="ko-KR" dirty="0"/>
              <a:t>2 BLEU</a:t>
            </a:r>
            <a:r>
              <a:rPr lang="ko-KR" altLang="en-US" dirty="0"/>
              <a:t>이상 개선</a:t>
            </a:r>
            <a:br>
              <a:rPr lang="en-US" altLang="ko-KR" dirty="0"/>
            </a:br>
            <a:r>
              <a:rPr lang="en-US" altLang="ko-KR" dirty="0"/>
              <a:t>-&gt;</a:t>
            </a:r>
            <a:r>
              <a:rPr lang="ko-KR" altLang="en-US" dirty="0"/>
              <a:t>기존 최상의 결과를 능가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텍스트를 </a:t>
            </a:r>
            <a:r>
              <a:rPr lang="en-US" altLang="ko-KR" dirty="0"/>
              <a:t>paddle</a:t>
            </a:r>
            <a:r>
              <a:rPr lang="ko-KR" altLang="en-US" dirty="0"/>
              <a:t>로 읽고 넘겨주는 것이 더 정확하고 빠름</a:t>
            </a:r>
            <a:endParaRPr lang="en-US" altLang="ko-KR" dirty="0"/>
          </a:p>
        </p:txBody>
      </p:sp>
      <p:pic>
        <p:nvPicPr>
          <p:cNvPr id="6" name="그림 5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CFC50B3-C574-EEBF-B64A-62FDD97EEF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306" y="3773163"/>
            <a:ext cx="4958183" cy="1628932"/>
          </a:xfrm>
          <a:prstGeom prst="rect">
            <a:avLst/>
          </a:prstGeom>
        </p:spPr>
      </p:pic>
      <p:pic>
        <p:nvPicPr>
          <p:cNvPr id="8" name="그림 7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D9FF8E8-25F2-1934-68AF-9203656C57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306" y="1997402"/>
            <a:ext cx="4979996" cy="1744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4006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F93B1-EBBB-E55B-1D07-F03739016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B884DA-1A42-5C05-328C-0F364088A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Paddle vs Qwen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C0C05C-21CC-2FCB-A8A0-69B8707B6B27}"/>
              </a:ext>
            </a:extLst>
          </p:cNvPr>
          <p:cNvSpPr txBox="1"/>
          <p:nvPr/>
        </p:nvSpPr>
        <p:spPr>
          <a:xfrm>
            <a:off x="11085136" y="6092765"/>
            <a:ext cx="6783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-14-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E79540-FAB1-F7AC-E444-9CBB33CCDEF5}"/>
              </a:ext>
            </a:extLst>
          </p:cNvPr>
          <p:cNvSpPr txBox="1"/>
          <p:nvPr/>
        </p:nvSpPr>
        <p:spPr>
          <a:xfrm>
            <a:off x="6661134" y="1728683"/>
            <a:ext cx="4939173" cy="3362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두 모델의 인식 결과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결과 차이가 보이도록 수정했습니다 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두 모델 모두 인식 자체는 굉장히 잘됩니다</a:t>
            </a:r>
            <a:r>
              <a:rPr lang="en-US" altLang="ko-KR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Qwen</a:t>
            </a:r>
            <a:r>
              <a:rPr lang="ko-KR" altLang="en-US" dirty="0"/>
              <a:t>의 경우 하나의 문장으로 인식 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Paddle</a:t>
            </a:r>
            <a:r>
              <a:rPr lang="ko-KR" altLang="en-US" dirty="0"/>
              <a:t>의 경우 </a:t>
            </a:r>
            <a:r>
              <a:rPr lang="en-US" altLang="ko-KR" dirty="0"/>
              <a:t>\n</a:t>
            </a:r>
            <a:r>
              <a:rPr lang="ko-KR" altLang="en-US" dirty="0"/>
              <a:t>처리 </a:t>
            </a:r>
            <a:endParaRPr lang="en-US" altLang="ko-KR" dirty="0"/>
          </a:p>
        </p:txBody>
      </p:sp>
      <p:pic>
        <p:nvPicPr>
          <p:cNvPr id="6" name="그림 5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F43048A-8F2A-6A0B-7DFD-B1540DE1D1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831385"/>
            <a:ext cx="4692667" cy="2437159"/>
          </a:xfrm>
          <a:prstGeom prst="rect">
            <a:avLst/>
          </a:prstGeom>
        </p:spPr>
      </p:pic>
      <p:pic>
        <p:nvPicPr>
          <p:cNvPr id="9" name="그림 8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B044499-29BB-7423-6913-AB21848ACB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1" y="1690688"/>
            <a:ext cx="5458837" cy="1983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2737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8882A-412B-574C-6742-087F0FA91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3F6CCB-ED6F-C8F3-228A-3EDE45214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Paddle vs Qwen </a:t>
            </a:r>
            <a:r>
              <a:rPr lang="ko-KR" altLang="en-US" dirty="0"/>
              <a:t>구글번역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82C0B5-537F-8B2F-7F8F-B65B9EA1CA89}"/>
              </a:ext>
            </a:extLst>
          </p:cNvPr>
          <p:cNvSpPr txBox="1"/>
          <p:nvPr/>
        </p:nvSpPr>
        <p:spPr>
          <a:xfrm>
            <a:off x="11085136" y="6092765"/>
            <a:ext cx="6783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-15-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1666DB-2A36-E10D-D7F2-8F0237551B09}"/>
              </a:ext>
            </a:extLst>
          </p:cNvPr>
          <p:cNvSpPr txBox="1"/>
          <p:nvPr/>
        </p:nvSpPr>
        <p:spPr>
          <a:xfrm>
            <a:off x="6661134" y="1728683"/>
            <a:ext cx="4942379" cy="37782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Qwen</a:t>
            </a:r>
            <a:r>
              <a:rPr lang="ko-KR" altLang="en-US" dirty="0"/>
              <a:t>의 경우 하나의 문장으로 번역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Paddle</a:t>
            </a:r>
            <a:r>
              <a:rPr lang="ko-KR" altLang="en-US" dirty="0"/>
              <a:t>의 경우 </a:t>
            </a:r>
            <a:r>
              <a:rPr lang="ko-KR" altLang="en-US" dirty="0" err="1"/>
              <a:t>줄바꿈이</a:t>
            </a:r>
            <a:r>
              <a:rPr lang="ko-KR" altLang="en-US" dirty="0"/>
              <a:t> 섞여 문장이 </a:t>
            </a:r>
            <a:br>
              <a:rPr lang="en-US" altLang="ko-KR" dirty="0"/>
            </a:br>
            <a:r>
              <a:rPr lang="ko-KR" altLang="en-US" dirty="0"/>
              <a:t>쪼개진 것처럼 보입니다</a:t>
            </a:r>
            <a:r>
              <a:rPr lang="en-US" altLang="ko-KR" dirty="0"/>
              <a:t>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그렇기에 약간의 번역 차이가 존재합니다</a:t>
            </a:r>
            <a:r>
              <a:rPr lang="en-US" altLang="ko-KR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최고 성능을 기록했는데</a:t>
            </a:r>
            <a:r>
              <a:rPr lang="en-US" altLang="ko-KR" dirty="0"/>
              <a:t>, </a:t>
            </a:r>
            <a:r>
              <a:rPr lang="ko-KR" altLang="en-US" dirty="0"/>
              <a:t>이는 </a:t>
            </a:r>
            <a:br>
              <a:rPr lang="en-US" altLang="ko-KR" dirty="0"/>
            </a:br>
            <a:r>
              <a:rPr lang="en-US" altLang="ko-KR" dirty="0"/>
              <a:t>-&gt;</a:t>
            </a:r>
            <a:r>
              <a:rPr lang="ko-KR" altLang="en-US" dirty="0"/>
              <a:t>최고 성능을 달성했습니다</a:t>
            </a:r>
            <a:r>
              <a:rPr lang="en-US" altLang="ko-KR" dirty="0"/>
              <a:t>. (</a:t>
            </a:r>
            <a:r>
              <a:rPr lang="ko-KR" altLang="en-US" dirty="0" err="1"/>
              <a:t>줄바꿈</a:t>
            </a:r>
            <a:r>
              <a:rPr lang="en-US" altLang="ko-KR" dirty="0"/>
              <a:t>) </a:t>
            </a:r>
            <a:r>
              <a:rPr lang="ko-KR" altLang="en-US" dirty="0"/>
              <a:t>이는</a:t>
            </a:r>
            <a:endParaRPr lang="en-US" altLang="ko-KR" dirty="0"/>
          </a:p>
        </p:txBody>
      </p:sp>
      <p:pic>
        <p:nvPicPr>
          <p:cNvPr id="7" name="그림 6" descr="텍스트, 스크린샷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1B6B483-D235-3DED-2E4A-09F1CD7339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728683"/>
            <a:ext cx="5069713" cy="1985249"/>
          </a:xfrm>
          <a:prstGeom prst="rect">
            <a:avLst/>
          </a:prstGeom>
        </p:spPr>
      </p:pic>
      <p:pic>
        <p:nvPicPr>
          <p:cNvPr id="6" name="그림 5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EE8CE21-A7C3-21EF-D302-4A987505C7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900561"/>
            <a:ext cx="5093428" cy="171554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8D3C23B-A4AD-E9E1-E2AE-DBCABCEE66A3}"/>
              </a:ext>
            </a:extLst>
          </p:cNvPr>
          <p:cNvSpPr txBox="1"/>
          <p:nvPr/>
        </p:nvSpPr>
        <p:spPr>
          <a:xfrm>
            <a:off x="742090" y="1530087"/>
            <a:ext cx="60144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/>
              <a:t>Paddle</a:t>
            </a:r>
            <a:endParaRPr lang="ko-KR" altLang="en-US" sz="105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B82890-4C45-C4EA-CE2B-1F58BFCDCD47}"/>
              </a:ext>
            </a:extLst>
          </p:cNvPr>
          <p:cNvSpPr txBox="1"/>
          <p:nvPr/>
        </p:nvSpPr>
        <p:spPr>
          <a:xfrm>
            <a:off x="773349" y="3684640"/>
            <a:ext cx="53893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/>
              <a:t>Qwen</a:t>
            </a:r>
            <a:endParaRPr lang="ko-KR" altLang="en-US" sz="1050" dirty="0"/>
          </a:p>
        </p:txBody>
      </p:sp>
    </p:spTree>
    <p:extLst>
      <p:ext uri="{BB962C8B-B14F-4D97-AF65-F5344CB8AC3E}">
        <p14:creationId xmlns:p14="http://schemas.microsoft.com/office/powerpoint/2010/main" val="26619215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4B5EDA-4A20-EEE8-B5B0-52D740C27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E09E07-233A-4034-FC38-CC4DFF5E9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Paddle vs Qwen Gemini </a:t>
            </a:r>
            <a:r>
              <a:rPr lang="ko-KR" altLang="en-US" dirty="0"/>
              <a:t>번역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403175-B2BE-CFDE-4CAB-A018CCE338B2}"/>
              </a:ext>
            </a:extLst>
          </p:cNvPr>
          <p:cNvSpPr txBox="1"/>
          <p:nvPr/>
        </p:nvSpPr>
        <p:spPr>
          <a:xfrm>
            <a:off x="11085136" y="6092765"/>
            <a:ext cx="6783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-16-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8AB88C-5475-D30D-34FF-83CBF9AA58DB}"/>
              </a:ext>
            </a:extLst>
          </p:cNvPr>
          <p:cNvSpPr txBox="1"/>
          <p:nvPr/>
        </p:nvSpPr>
        <p:spPr>
          <a:xfrm>
            <a:off x="6544222" y="1955359"/>
            <a:ext cx="5498621" cy="29472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재미있게도 두 결과가 비슷한 결과 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서로 표현정도만 차이가 있고 대부분</a:t>
            </a:r>
            <a:br>
              <a:rPr lang="en-US" altLang="ko-KR" dirty="0"/>
            </a:br>
            <a:r>
              <a:rPr lang="ko-KR" altLang="en-US" dirty="0"/>
              <a:t>비슷한 내용을 보여줍니다</a:t>
            </a:r>
            <a:r>
              <a:rPr lang="en-US" altLang="ko-KR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아무래도 문장을 만들어내는 </a:t>
            </a:r>
            <a:r>
              <a:rPr lang="en-US" altLang="ko-KR" dirty="0"/>
              <a:t>LLM </a:t>
            </a:r>
            <a:r>
              <a:rPr lang="ko-KR" altLang="en-US" dirty="0"/>
              <a:t>특성상</a:t>
            </a:r>
            <a:br>
              <a:rPr lang="en-US" altLang="ko-KR" dirty="0"/>
            </a:br>
            <a:r>
              <a:rPr lang="ko-KR" altLang="en-US" dirty="0"/>
              <a:t>문장이 끊어져도 비슷하게 인식되는 것이라 생각</a:t>
            </a:r>
            <a:endParaRPr lang="en-US" altLang="ko-KR" dirty="0"/>
          </a:p>
        </p:txBody>
      </p:sp>
      <p:pic>
        <p:nvPicPr>
          <p:cNvPr id="10" name="그림 9" descr="텍스트, 스크린샷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CB4C6EC-3002-8652-4C98-1042F72807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728683"/>
            <a:ext cx="5109138" cy="1783505"/>
          </a:xfrm>
          <a:prstGeom prst="rect">
            <a:avLst/>
          </a:prstGeom>
        </p:spPr>
      </p:pic>
      <p:pic>
        <p:nvPicPr>
          <p:cNvPr id="12" name="그림 11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2CA2245-6FE2-E884-1032-9750767CC8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786830"/>
            <a:ext cx="5197843" cy="171902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87E53CF-7DF6-BB60-831C-89A28F64315F}"/>
              </a:ext>
            </a:extLst>
          </p:cNvPr>
          <p:cNvSpPr txBox="1"/>
          <p:nvPr/>
        </p:nvSpPr>
        <p:spPr>
          <a:xfrm>
            <a:off x="750568" y="1483402"/>
            <a:ext cx="60144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/>
              <a:t>Paddle</a:t>
            </a:r>
            <a:endParaRPr lang="ko-KR" altLang="en-US" sz="105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962C54A-3DFE-17DB-2FF8-59327C025735}"/>
              </a:ext>
            </a:extLst>
          </p:cNvPr>
          <p:cNvSpPr txBox="1"/>
          <p:nvPr/>
        </p:nvSpPr>
        <p:spPr>
          <a:xfrm>
            <a:off x="750568" y="3550183"/>
            <a:ext cx="53893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/>
              <a:t>Qwen</a:t>
            </a:r>
            <a:endParaRPr lang="ko-KR" altLang="en-US" sz="1050" dirty="0"/>
          </a:p>
        </p:txBody>
      </p:sp>
    </p:spTree>
    <p:extLst>
      <p:ext uri="{BB962C8B-B14F-4D97-AF65-F5344CB8AC3E}">
        <p14:creationId xmlns:p14="http://schemas.microsoft.com/office/powerpoint/2010/main" val="12067510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FCC69-48F7-45F5-16D7-214AEA2A5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9D1164-1ECE-1D78-F278-EC78000DB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시간 차이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88BD19-6FBB-5791-03B8-B8CA0A0DDE9A}"/>
              </a:ext>
            </a:extLst>
          </p:cNvPr>
          <p:cNvSpPr txBox="1"/>
          <p:nvPr/>
        </p:nvSpPr>
        <p:spPr>
          <a:xfrm>
            <a:off x="11085136" y="6092765"/>
            <a:ext cx="6783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-17-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37D355-3E36-CA37-FFC8-7BA755E16824}"/>
              </a:ext>
            </a:extLst>
          </p:cNvPr>
          <p:cNvSpPr txBox="1"/>
          <p:nvPr/>
        </p:nvSpPr>
        <p:spPr>
          <a:xfrm>
            <a:off x="6241659" y="1965078"/>
            <a:ext cx="5663730" cy="37782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Paddle</a:t>
            </a:r>
            <a:r>
              <a:rPr lang="ko-KR" altLang="en-US" dirty="0"/>
              <a:t>의 평균 </a:t>
            </a:r>
            <a:r>
              <a:rPr lang="en-US" altLang="ko-KR" dirty="0" err="1"/>
              <a:t>ocr</a:t>
            </a:r>
            <a:r>
              <a:rPr lang="ko-KR" altLang="en-US" dirty="0"/>
              <a:t> 속도 </a:t>
            </a:r>
            <a:r>
              <a:rPr lang="en-US" altLang="ko-KR" dirty="0"/>
              <a:t>700ms</a:t>
            </a:r>
            <a:r>
              <a:rPr lang="ko-KR" altLang="en-US" dirty="0"/>
              <a:t>정도 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Qwen</a:t>
            </a:r>
            <a:r>
              <a:rPr lang="ko-KR" altLang="en-US" dirty="0"/>
              <a:t>의 평균 </a:t>
            </a:r>
            <a:r>
              <a:rPr lang="en-US" altLang="ko-KR" dirty="0" err="1"/>
              <a:t>ocr</a:t>
            </a:r>
            <a:r>
              <a:rPr lang="en-US" altLang="ko-KR" dirty="0"/>
              <a:t> </a:t>
            </a:r>
            <a:r>
              <a:rPr lang="ko-KR" altLang="en-US" dirty="0"/>
              <a:t>속도 </a:t>
            </a:r>
            <a:r>
              <a:rPr lang="en-US" altLang="ko-KR" dirty="0"/>
              <a:t>4000ms</a:t>
            </a:r>
            <a:r>
              <a:rPr lang="ko-KR" altLang="en-US" dirty="0"/>
              <a:t>정도 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 err="1"/>
              <a:t>Ocr</a:t>
            </a:r>
            <a:r>
              <a:rPr lang="en-US" altLang="ko-KR" dirty="0"/>
              <a:t> </a:t>
            </a:r>
            <a:r>
              <a:rPr lang="ko-KR" altLang="en-US" dirty="0"/>
              <a:t>속도에서 많은 차이가 납니다</a:t>
            </a:r>
            <a:r>
              <a:rPr lang="en-US" altLang="ko-KR" dirty="0"/>
              <a:t>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번역의 경우 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Gemini &gt; </a:t>
            </a:r>
            <a:r>
              <a:rPr lang="en-US" altLang="ko-KR" dirty="0" err="1"/>
              <a:t>TranslateGemma</a:t>
            </a:r>
            <a:r>
              <a:rPr lang="en-US" altLang="ko-KR" dirty="0"/>
              <a:t> &gt; Rosetta &gt; </a:t>
            </a:r>
            <a:r>
              <a:rPr lang="ko-KR" altLang="en-US" dirty="0"/>
              <a:t>번역기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의외로 번역 </a:t>
            </a:r>
            <a:r>
              <a:rPr lang="en-US" altLang="ko-KR" dirty="0" err="1"/>
              <a:t>api</a:t>
            </a:r>
            <a:r>
              <a:rPr lang="ko-KR" altLang="en-US" dirty="0"/>
              <a:t>를 사용하는 것이 가장 빨랐습니다</a:t>
            </a:r>
            <a:r>
              <a:rPr lang="en-US" altLang="ko-KR" dirty="0"/>
              <a:t>.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F5B741B7-6F2B-6056-AE97-931A685F18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6786847"/>
              </p:ext>
            </p:extLst>
          </p:nvPr>
        </p:nvGraphicFramePr>
        <p:xfrm>
          <a:off x="838200" y="2370857"/>
          <a:ext cx="5112143" cy="296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91612">
                  <a:extLst>
                    <a:ext uri="{9D8B030D-6E8A-4147-A177-3AD203B41FA5}">
                      <a16:colId xmlns:a16="http://schemas.microsoft.com/office/drawing/2014/main" val="2947604752"/>
                    </a:ext>
                  </a:extLst>
                </a:gridCol>
                <a:gridCol w="2120531">
                  <a:extLst>
                    <a:ext uri="{9D8B030D-6E8A-4147-A177-3AD203B41FA5}">
                      <a16:colId xmlns:a16="http://schemas.microsoft.com/office/drawing/2014/main" val="7599106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조합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걸린 시간</a:t>
                      </a:r>
                      <a:r>
                        <a:rPr lang="en-US" altLang="ko-KR" dirty="0"/>
                        <a:t>(</a:t>
                      </a:r>
                      <a:r>
                        <a:rPr lang="en-US" altLang="ko-KR" dirty="0" err="1"/>
                        <a:t>ms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277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Paddle + Rosetta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3860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1518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Paddle + </a:t>
                      </a:r>
                      <a:r>
                        <a:rPr lang="en-US" altLang="ko-KR" dirty="0" err="1"/>
                        <a:t>TranslateGemma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4703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5271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TranslateGemma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4922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2484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Qwen + Gemini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14453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38987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Qwen + Google Translate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4453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06625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Paddle + Gemini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9687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57207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Paddle + Google Translate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1325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44964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04164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62D8F-41BE-53C2-B4F6-645CB68D3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D6B11C-7B55-E7CF-A3F2-09D69DA76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구글 번역은 또한 단어집도 제공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BAEB9E-3D2E-84FF-1BCA-E072A9F7249A}"/>
              </a:ext>
            </a:extLst>
          </p:cNvPr>
          <p:cNvSpPr txBox="1"/>
          <p:nvPr/>
        </p:nvSpPr>
        <p:spPr>
          <a:xfrm>
            <a:off x="11085136" y="6092765"/>
            <a:ext cx="6783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-18-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FFC71E-EAC3-086C-A2CE-4FB5939E4162}"/>
              </a:ext>
            </a:extLst>
          </p:cNvPr>
          <p:cNvSpPr txBox="1"/>
          <p:nvPr/>
        </p:nvSpPr>
        <p:spPr>
          <a:xfrm>
            <a:off x="838200" y="4715434"/>
            <a:ext cx="11129196" cy="1285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자신이 원하는 단어를 어떤 언어에 어떻게 번역을 할 것인지 지정가능 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굳이 프롬프트가 아니더라도 사전에 정함으로 원하는 대로 번역이 가능 </a:t>
            </a:r>
            <a:endParaRPr lang="en-US" altLang="ko-KR" dirty="0"/>
          </a:p>
        </p:txBody>
      </p:sp>
      <p:pic>
        <p:nvPicPr>
          <p:cNvPr id="8" name="그림 7" descr="텍스트, 폰트, 스크린샷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9A7117C-B5DC-7EFA-856D-D4DBDD53D2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1084" y="2142566"/>
            <a:ext cx="8437283" cy="1943667"/>
          </a:xfrm>
          <a:prstGeom prst="rect">
            <a:avLst/>
          </a:prstGeom>
        </p:spPr>
      </p:pic>
      <p:pic>
        <p:nvPicPr>
          <p:cNvPr id="10" name="그림 9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4BE70D5-A9B1-39B1-1811-D36D9570DF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91554"/>
            <a:ext cx="1615846" cy="2325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0394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CBCD97-97E2-C572-C754-E109EC54A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26C33D-9E06-FFC2-B80A-E172D3826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결론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B7FB9D-87ED-70DC-B479-A6FDA5E75A67}"/>
              </a:ext>
            </a:extLst>
          </p:cNvPr>
          <p:cNvSpPr txBox="1"/>
          <p:nvPr/>
        </p:nvSpPr>
        <p:spPr>
          <a:xfrm>
            <a:off x="11085136" y="6092765"/>
            <a:ext cx="6783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-19-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780B55-671E-6F6A-E0EC-FE30C409AA65}"/>
              </a:ext>
            </a:extLst>
          </p:cNvPr>
          <p:cNvSpPr txBox="1"/>
          <p:nvPr/>
        </p:nvSpPr>
        <p:spPr>
          <a:xfrm>
            <a:off x="6661134" y="2002587"/>
            <a:ext cx="4738798" cy="17007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요즘 </a:t>
            </a:r>
            <a:r>
              <a:rPr lang="en-US" altLang="ko-KR" dirty="0"/>
              <a:t>LLM</a:t>
            </a:r>
            <a:r>
              <a:rPr lang="ko-KR" altLang="en-US" dirty="0"/>
              <a:t>이 정말 모든 것을 해결해주는 </a:t>
            </a:r>
            <a:br>
              <a:rPr lang="en-US" altLang="ko-KR" dirty="0"/>
            </a:br>
            <a:r>
              <a:rPr lang="ko-KR" altLang="en-US" dirty="0"/>
              <a:t>마법 </a:t>
            </a:r>
            <a:r>
              <a:rPr lang="ko-KR" altLang="en-US" dirty="0" err="1"/>
              <a:t>도구같은</a:t>
            </a:r>
            <a:r>
              <a:rPr lang="ko-KR" altLang="en-US" dirty="0"/>
              <a:t> 취급을 받고 있습니다</a:t>
            </a:r>
            <a:r>
              <a:rPr lang="en-US" altLang="ko-KR" dirty="0"/>
              <a:t>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하지만 때로는 다른 방법이 더 효율</a:t>
            </a:r>
            <a:endParaRPr lang="en-US" altLang="ko-KR" dirty="0"/>
          </a:p>
        </p:txBody>
      </p:sp>
      <p:pic>
        <p:nvPicPr>
          <p:cNvPr id="8" name="그림 7" descr="텍스트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4E75B25-C534-BB64-806D-745032A754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436" y="1690688"/>
            <a:ext cx="5614376" cy="3938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5879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496</TotalTime>
  <Words>645</Words>
  <Application>Microsoft Office PowerPoint</Application>
  <PresentationFormat>와이드스크린</PresentationFormat>
  <Paragraphs>189</Paragraphs>
  <Slides>19</Slides>
  <Notes>17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2" baseType="lpstr">
      <vt:lpstr>맑은 고딕</vt:lpstr>
      <vt:lpstr>Arial</vt:lpstr>
      <vt:lpstr>Office 테마</vt:lpstr>
      <vt:lpstr>실시간 번역기 만들기</vt:lpstr>
      <vt:lpstr>목차</vt:lpstr>
      <vt:lpstr>주제 선정 이유</vt:lpstr>
      <vt:lpstr>사용한 ocr 모델</vt:lpstr>
      <vt:lpstr>사용한 번역 모델 </vt:lpstr>
      <vt:lpstr>사용한 번역 모델 </vt:lpstr>
      <vt:lpstr>구성</vt:lpstr>
      <vt:lpstr>결과</vt:lpstr>
      <vt:lpstr>결과</vt:lpstr>
      <vt:lpstr>프롬프트가 제대로 작동이 되나?</vt:lpstr>
      <vt:lpstr>추가로 해본 것들</vt:lpstr>
      <vt:lpstr>추가로 해본 것들</vt:lpstr>
      <vt:lpstr>TranslateGemma 텍스트 vs 이미지</vt:lpstr>
      <vt:lpstr>Paddle vs Qwen</vt:lpstr>
      <vt:lpstr>Paddle vs Qwen 구글번역</vt:lpstr>
      <vt:lpstr>Paddle vs Qwen Gemini 번역</vt:lpstr>
      <vt:lpstr>시간 차이?</vt:lpstr>
      <vt:lpstr>구글 번역은 또한 단어집도 제공</vt:lpstr>
      <vt:lpstr>결론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종현 김</dc:creator>
  <cp:lastModifiedBy>종현 김</cp:lastModifiedBy>
  <cp:revision>2</cp:revision>
  <dcterms:created xsi:type="dcterms:W3CDTF">2025-09-25T05:57:29Z</dcterms:created>
  <dcterms:modified xsi:type="dcterms:W3CDTF">2026-01-28T07:53:51Z</dcterms:modified>
</cp:coreProperties>
</file>