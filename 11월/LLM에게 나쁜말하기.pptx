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58" r:id="rId3"/>
    <p:sldId id="303" r:id="rId4"/>
    <p:sldId id="366" r:id="rId5"/>
    <p:sldId id="369" r:id="rId6"/>
    <p:sldId id="370" r:id="rId7"/>
    <p:sldId id="367" r:id="rId8"/>
    <p:sldId id="371" r:id="rId9"/>
    <p:sldId id="372" r:id="rId10"/>
    <p:sldId id="374" r:id="rId11"/>
    <p:sldId id="376" r:id="rId12"/>
    <p:sldId id="373" r:id="rId13"/>
    <p:sldId id="368" r:id="rId14"/>
    <p:sldId id="37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C13BF-1DF3-455F-AA72-CF161AF326E3}" v="25" dt="2025-11-18T07:37:3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5-11-19T08:32:22.485" v="4326" actId="20577"/>
      <pc:docMkLst>
        <pc:docMk/>
      </pc:docMkLst>
      <pc:sldChg chg="modSp mod">
        <pc:chgData name="종현 김" userId="4e62a0cd71f6508f" providerId="LiveId" clId="{6E62CB57-B7C1-44BE-9515-1C88952032F1}" dt="2025-11-18T07:21:53.485" v="2678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5-11-18T07:21:53.485" v="2678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5-11-19T08:32:22.485" v="4326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5-11-19T08:32:22.485" v="4326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5-11-18T03:53:13.462" v="8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modSp mod">
        <pc:chgData name="종현 김" userId="4e62a0cd71f6508f" providerId="LiveId" clId="{6E62CB57-B7C1-44BE-9515-1C88952032F1}" dt="2025-11-18T04:49:53.714" v="27" actId="20577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5-11-18T04:49:53.714" v="27" actId="20577"/>
          <ac:spMkLst>
            <pc:docMk/>
            <pc:sldMk cId="625091368" sldId="303"/>
            <ac:spMk id="6" creationId="{4D7752D0-F6B1-D2CE-B288-27FBFEB8840D}"/>
          </ac:spMkLst>
        </pc:spChg>
      </pc:sldChg>
      <pc:sldChg chg="del">
        <pc:chgData name="종현 김" userId="4e62a0cd71f6508f" providerId="LiveId" clId="{6E62CB57-B7C1-44BE-9515-1C88952032F1}" dt="2025-11-18T03:53:00.045" v="3" actId="47"/>
        <pc:sldMkLst>
          <pc:docMk/>
          <pc:sldMk cId="311570287" sldId="347"/>
        </pc:sldMkLst>
      </pc:sldChg>
      <pc:sldChg chg="del">
        <pc:chgData name="종현 김" userId="4e62a0cd71f6508f" providerId="LiveId" clId="{6E62CB57-B7C1-44BE-9515-1C88952032F1}" dt="2025-11-18T03:52:58.909" v="2" actId="47"/>
        <pc:sldMkLst>
          <pc:docMk/>
          <pc:sldMk cId="2452141732" sldId="364"/>
        </pc:sldMkLst>
      </pc:sldChg>
      <pc:sldChg chg="del">
        <pc:chgData name="종현 김" userId="4e62a0cd71f6508f" providerId="LiveId" clId="{6E62CB57-B7C1-44BE-9515-1C88952032F1}" dt="2025-11-18T03:53:01.368" v="4" actId="47"/>
        <pc:sldMkLst>
          <pc:docMk/>
          <pc:sldMk cId="4056630491" sldId="365"/>
        </pc:sldMkLst>
      </pc:sldChg>
      <pc:sldChg chg="addSp modSp add mod">
        <pc:chgData name="종현 김" userId="4e62a0cd71f6508f" providerId="LiveId" clId="{6E62CB57-B7C1-44BE-9515-1C88952032F1}" dt="2025-11-18T07:40:45.298" v="3481" actId="20577"/>
        <pc:sldMkLst>
          <pc:docMk/>
          <pc:sldMk cId="365172425" sldId="366"/>
        </pc:sldMkLst>
        <pc:spChg chg="mod">
          <ac:chgData name="종현 김" userId="4e62a0cd71f6508f" providerId="LiveId" clId="{6E62CB57-B7C1-44BE-9515-1C88952032F1}" dt="2025-11-18T04:52:27.244" v="129" actId="20577"/>
          <ac:spMkLst>
            <pc:docMk/>
            <pc:sldMk cId="365172425" sldId="366"/>
            <ac:spMk id="2" creationId="{98C1CC4D-85E6-B2CF-B4D7-394C3BFE4174}"/>
          </ac:spMkLst>
        </pc:spChg>
        <pc:spChg chg="mod">
          <ac:chgData name="종현 김" userId="4e62a0cd71f6508f" providerId="LiveId" clId="{6E62CB57-B7C1-44BE-9515-1C88952032F1}" dt="2025-11-18T07:40:45.298" v="3481" actId="20577"/>
          <ac:spMkLst>
            <pc:docMk/>
            <pc:sldMk cId="365172425" sldId="366"/>
            <ac:spMk id="3" creationId="{CF13EEBD-D02C-1AEA-127F-D8B4451E8C64}"/>
          </ac:spMkLst>
        </pc:spChg>
        <pc:spChg chg="mod">
          <ac:chgData name="종현 김" userId="4e62a0cd71f6508f" providerId="LiveId" clId="{6E62CB57-B7C1-44BE-9515-1C88952032F1}" dt="2025-11-18T04:53:52.369" v="390" actId="20577"/>
          <ac:spMkLst>
            <pc:docMk/>
            <pc:sldMk cId="365172425" sldId="366"/>
            <ac:spMk id="5" creationId="{555B4C55-1162-D746-DEF4-7B495D90A807}"/>
          </ac:spMkLst>
        </pc:spChg>
        <pc:picChg chg="add mod">
          <ac:chgData name="종현 김" userId="4e62a0cd71f6508f" providerId="LiveId" clId="{6E62CB57-B7C1-44BE-9515-1C88952032F1}" dt="2025-11-18T04:52:42.106" v="135" actId="1076"/>
          <ac:picMkLst>
            <pc:docMk/>
            <pc:sldMk cId="365172425" sldId="366"/>
            <ac:picMk id="6" creationId="{1F71FEFD-FE29-30E4-DB25-3AFD2259AAFD}"/>
          </ac:picMkLst>
        </pc:picChg>
      </pc:sldChg>
      <pc:sldChg chg="del">
        <pc:chgData name="종현 김" userId="4e62a0cd71f6508f" providerId="LiveId" clId="{6E62CB57-B7C1-44BE-9515-1C88952032F1}" dt="2025-11-18T04:49:13.773" v="9" actId="2696"/>
        <pc:sldMkLst>
          <pc:docMk/>
          <pc:sldMk cId="2591131530" sldId="366"/>
        </pc:sldMkLst>
      </pc:sldChg>
      <pc:sldChg chg="addSp delSp modSp add mod">
        <pc:chgData name="종현 김" userId="4e62a0cd71f6508f" providerId="LiveId" clId="{6E62CB57-B7C1-44BE-9515-1C88952032F1}" dt="2025-11-18T07:40:54.265" v="3487" actId="20577"/>
        <pc:sldMkLst>
          <pc:docMk/>
          <pc:sldMk cId="1532312546" sldId="367"/>
        </pc:sldMkLst>
        <pc:spChg chg="mod">
          <ac:chgData name="종현 김" userId="4e62a0cd71f6508f" providerId="LiveId" clId="{6E62CB57-B7C1-44BE-9515-1C88952032F1}" dt="2025-11-18T07:40:54.265" v="3487" actId="20577"/>
          <ac:spMkLst>
            <pc:docMk/>
            <pc:sldMk cId="1532312546" sldId="367"/>
            <ac:spMk id="3" creationId="{B3F5C84D-8455-B6BC-1772-FAAD9F400F4C}"/>
          </ac:spMkLst>
        </pc:spChg>
        <pc:spChg chg="del">
          <ac:chgData name="종현 김" userId="4e62a0cd71f6508f" providerId="LiveId" clId="{6E62CB57-B7C1-44BE-9515-1C88952032F1}" dt="2025-11-18T04:54:15.134" v="397" actId="478"/>
          <ac:spMkLst>
            <pc:docMk/>
            <pc:sldMk cId="1532312546" sldId="367"/>
            <ac:spMk id="5" creationId="{4087D470-17F6-493C-1326-6D0E8501D4E6}"/>
          </ac:spMkLst>
        </pc:spChg>
        <pc:picChg chg="add mod">
          <ac:chgData name="종현 김" userId="4e62a0cd71f6508f" providerId="LiveId" clId="{6E62CB57-B7C1-44BE-9515-1C88952032F1}" dt="2025-11-18T04:54:21.798" v="399" actId="1076"/>
          <ac:picMkLst>
            <pc:docMk/>
            <pc:sldMk cId="1532312546" sldId="367"/>
            <ac:picMk id="6" creationId="{0B51C5C7-BFA5-AE3D-F144-909CF02F7C91}"/>
          </ac:picMkLst>
        </pc:picChg>
      </pc:sldChg>
      <pc:sldChg chg="addSp delSp modSp add mod">
        <pc:chgData name="종현 김" userId="4e62a0cd71f6508f" providerId="LiveId" clId="{6E62CB57-B7C1-44BE-9515-1C88952032F1}" dt="2025-11-18T07:41:28.054" v="3507" actId="20577"/>
        <pc:sldMkLst>
          <pc:docMk/>
          <pc:sldMk cId="1668781372" sldId="368"/>
        </pc:sldMkLst>
        <pc:spChg chg="mod">
          <ac:chgData name="종현 김" userId="4e62a0cd71f6508f" providerId="LiveId" clId="{6E62CB57-B7C1-44BE-9515-1C88952032F1}" dt="2025-11-18T07:00:40.095" v="1976" actId="20577"/>
          <ac:spMkLst>
            <pc:docMk/>
            <pc:sldMk cId="1668781372" sldId="368"/>
            <ac:spMk id="2" creationId="{D61B2A45-4926-B5CB-BDE3-35F75F5E37F8}"/>
          </ac:spMkLst>
        </pc:spChg>
        <pc:spChg chg="mod">
          <ac:chgData name="종현 김" userId="4e62a0cd71f6508f" providerId="LiveId" clId="{6E62CB57-B7C1-44BE-9515-1C88952032F1}" dt="2025-11-18T07:41:28.054" v="3507" actId="20577"/>
          <ac:spMkLst>
            <pc:docMk/>
            <pc:sldMk cId="1668781372" sldId="368"/>
            <ac:spMk id="3" creationId="{3E6C9830-F9D9-F1DB-3D6B-FC6092B025C3}"/>
          </ac:spMkLst>
        </pc:spChg>
        <pc:spChg chg="mod">
          <ac:chgData name="종현 김" userId="4e62a0cd71f6508f" providerId="LiveId" clId="{6E62CB57-B7C1-44BE-9515-1C88952032F1}" dt="2025-11-18T07:01:26.248" v="2024" actId="20577"/>
          <ac:spMkLst>
            <pc:docMk/>
            <pc:sldMk cId="1668781372" sldId="368"/>
            <ac:spMk id="5" creationId="{DA6C1F20-A3F4-1437-383C-D37A0F116EC6}"/>
          </ac:spMkLst>
        </pc:spChg>
        <pc:picChg chg="del">
          <ac:chgData name="종현 김" userId="4e62a0cd71f6508f" providerId="LiveId" clId="{6E62CB57-B7C1-44BE-9515-1C88952032F1}" dt="2025-11-18T04:54:49.576" v="415" actId="478"/>
          <ac:picMkLst>
            <pc:docMk/>
            <pc:sldMk cId="1668781372" sldId="368"/>
            <ac:picMk id="6" creationId="{02E0E23F-2C67-440B-1FA5-B22F65BB4F29}"/>
          </ac:picMkLst>
        </pc:picChg>
        <pc:picChg chg="add mod">
          <ac:chgData name="종현 김" userId="4e62a0cd71f6508f" providerId="LiveId" clId="{6E62CB57-B7C1-44BE-9515-1C88952032F1}" dt="2025-11-18T04:55:10.002" v="424" actId="1076"/>
          <ac:picMkLst>
            <pc:docMk/>
            <pc:sldMk cId="1668781372" sldId="368"/>
            <ac:picMk id="7" creationId="{24C2A35A-2992-4362-FA65-7F4129862ED4}"/>
          </ac:picMkLst>
        </pc:picChg>
      </pc:sldChg>
      <pc:sldChg chg="addSp delSp modSp add mod ord">
        <pc:chgData name="종현 김" userId="4e62a0cd71f6508f" providerId="LiveId" clId="{6E62CB57-B7C1-44BE-9515-1C88952032F1}" dt="2025-11-18T07:40:48.370" v="3483" actId="20577"/>
        <pc:sldMkLst>
          <pc:docMk/>
          <pc:sldMk cId="4043759596" sldId="369"/>
        </pc:sldMkLst>
        <pc:spChg chg="mod">
          <ac:chgData name="종현 김" userId="4e62a0cd71f6508f" providerId="LiveId" clId="{6E62CB57-B7C1-44BE-9515-1C88952032F1}" dt="2025-11-18T06:37:35.317" v="765" actId="20577"/>
          <ac:spMkLst>
            <pc:docMk/>
            <pc:sldMk cId="4043759596" sldId="369"/>
            <ac:spMk id="2" creationId="{3FAB6397-33DC-4576-52A6-CBEA713466D6}"/>
          </ac:spMkLst>
        </pc:spChg>
        <pc:spChg chg="mod">
          <ac:chgData name="종현 김" userId="4e62a0cd71f6508f" providerId="LiveId" clId="{6E62CB57-B7C1-44BE-9515-1C88952032F1}" dt="2025-11-18T07:40:48.370" v="3483" actId="20577"/>
          <ac:spMkLst>
            <pc:docMk/>
            <pc:sldMk cId="4043759596" sldId="369"/>
            <ac:spMk id="3" creationId="{10A937BB-0FB0-91C3-B60D-601A2FE8D24E}"/>
          </ac:spMkLst>
        </pc:spChg>
        <pc:spChg chg="mod">
          <ac:chgData name="종현 김" userId="4e62a0cd71f6508f" providerId="LiveId" clId="{6E62CB57-B7C1-44BE-9515-1C88952032F1}" dt="2025-11-18T06:40:55.552" v="1220" actId="20577"/>
          <ac:spMkLst>
            <pc:docMk/>
            <pc:sldMk cId="4043759596" sldId="369"/>
            <ac:spMk id="6" creationId="{25CFC51D-7522-CC9E-7253-D65552D1969B}"/>
          </ac:spMkLst>
        </pc:spChg>
        <pc:picChg chg="del">
          <ac:chgData name="종현 김" userId="4e62a0cd71f6508f" providerId="LiveId" clId="{6E62CB57-B7C1-44BE-9515-1C88952032F1}" dt="2025-11-18T06:37:02.787" v="735" actId="478"/>
          <ac:picMkLst>
            <pc:docMk/>
            <pc:sldMk cId="4043759596" sldId="369"/>
            <ac:picMk id="5" creationId="{E0E593AD-1712-D374-F30D-0B0D13F3AC85}"/>
          </ac:picMkLst>
        </pc:picChg>
        <pc:picChg chg="add mod">
          <ac:chgData name="종현 김" userId="4e62a0cd71f6508f" providerId="LiveId" clId="{6E62CB57-B7C1-44BE-9515-1C88952032F1}" dt="2025-11-18T06:37:13.687" v="739" actId="1076"/>
          <ac:picMkLst>
            <pc:docMk/>
            <pc:sldMk cId="4043759596" sldId="369"/>
            <ac:picMk id="7" creationId="{22B1614E-A5EE-CCFE-7AA8-6C63FF462329}"/>
          </ac:picMkLst>
        </pc:picChg>
      </pc:sldChg>
      <pc:sldChg chg="addSp delSp modSp add mod">
        <pc:chgData name="종현 김" userId="4e62a0cd71f6508f" providerId="LiveId" clId="{6E62CB57-B7C1-44BE-9515-1C88952032F1}" dt="2025-11-18T07:40:51.162" v="3485" actId="20577"/>
        <pc:sldMkLst>
          <pc:docMk/>
          <pc:sldMk cId="3744781990" sldId="370"/>
        </pc:sldMkLst>
        <pc:spChg chg="mod">
          <ac:chgData name="종현 김" userId="4e62a0cd71f6508f" providerId="LiveId" clId="{6E62CB57-B7C1-44BE-9515-1C88952032F1}" dt="2025-11-18T06:41:05.111" v="1229" actId="20577"/>
          <ac:spMkLst>
            <pc:docMk/>
            <pc:sldMk cId="3744781990" sldId="370"/>
            <ac:spMk id="2" creationId="{83424AC1-BE58-8389-C5CE-1740719488F5}"/>
          </ac:spMkLst>
        </pc:spChg>
        <pc:spChg chg="mod">
          <ac:chgData name="종현 김" userId="4e62a0cd71f6508f" providerId="LiveId" clId="{6E62CB57-B7C1-44BE-9515-1C88952032F1}" dt="2025-11-18T07:40:51.162" v="3485" actId="20577"/>
          <ac:spMkLst>
            <pc:docMk/>
            <pc:sldMk cId="3744781990" sldId="370"/>
            <ac:spMk id="3" creationId="{CB9E53F8-D9BE-D5E9-D687-FCA3906FAB95}"/>
          </ac:spMkLst>
        </pc:spChg>
        <pc:spChg chg="mod">
          <ac:chgData name="종현 김" userId="4e62a0cd71f6508f" providerId="LiveId" clId="{6E62CB57-B7C1-44BE-9515-1C88952032F1}" dt="2025-11-18T06:48:11.771" v="1618" actId="20577"/>
          <ac:spMkLst>
            <pc:docMk/>
            <pc:sldMk cId="3744781990" sldId="370"/>
            <ac:spMk id="6" creationId="{0AEB3E95-D08B-C24F-6624-3E998E1B8BE6}"/>
          </ac:spMkLst>
        </pc:spChg>
        <pc:picChg chg="add mod">
          <ac:chgData name="종현 김" userId="4e62a0cd71f6508f" providerId="LiveId" clId="{6E62CB57-B7C1-44BE-9515-1C88952032F1}" dt="2025-11-18T06:41:19.749" v="1234" actId="1076"/>
          <ac:picMkLst>
            <pc:docMk/>
            <pc:sldMk cId="3744781990" sldId="370"/>
            <ac:picMk id="5" creationId="{D6D6A8C4-81C2-815D-2C2E-A5FAEEA5C722}"/>
          </ac:picMkLst>
        </pc:picChg>
        <pc:picChg chg="del">
          <ac:chgData name="종현 김" userId="4e62a0cd71f6508f" providerId="LiveId" clId="{6E62CB57-B7C1-44BE-9515-1C88952032F1}" dt="2025-11-18T06:41:05.970" v="1230" actId="478"/>
          <ac:picMkLst>
            <pc:docMk/>
            <pc:sldMk cId="3744781990" sldId="370"/>
            <ac:picMk id="7" creationId="{FCE325F5-B493-14C0-2FFD-B4DF0CC2492C}"/>
          </ac:picMkLst>
        </pc:picChg>
      </pc:sldChg>
      <pc:sldChg chg="addSp delSp modSp add mod">
        <pc:chgData name="종현 김" userId="4e62a0cd71f6508f" providerId="LiveId" clId="{6E62CB57-B7C1-44BE-9515-1C88952032F1}" dt="2025-11-18T07:41:04.004" v="3491" actId="20577"/>
        <pc:sldMkLst>
          <pc:docMk/>
          <pc:sldMk cId="4076295270" sldId="371"/>
        </pc:sldMkLst>
        <pc:spChg chg="mod">
          <ac:chgData name="종현 김" userId="4e62a0cd71f6508f" providerId="LiveId" clId="{6E62CB57-B7C1-44BE-9515-1C88952032F1}" dt="2025-11-18T06:48:29.281" v="1620"/>
          <ac:spMkLst>
            <pc:docMk/>
            <pc:sldMk cId="4076295270" sldId="371"/>
            <ac:spMk id="2" creationId="{D85CB837-5629-8F0A-7383-6680D78E44CA}"/>
          </ac:spMkLst>
        </pc:spChg>
        <pc:spChg chg="mod">
          <ac:chgData name="종현 김" userId="4e62a0cd71f6508f" providerId="LiveId" clId="{6E62CB57-B7C1-44BE-9515-1C88952032F1}" dt="2025-11-18T07:41:04.004" v="3491" actId="20577"/>
          <ac:spMkLst>
            <pc:docMk/>
            <pc:sldMk cId="4076295270" sldId="371"/>
            <ac:spMk id="3" creationId="{7A2EBA66-F845-9584-2FEF-68ACAAB1393A}"/>
          </ac:spMkLst>
        </pc:spChg>
        <pc:spChg chg="mod">
          <ac:chgData name="종현 김" userId="4e62a0cd71f6508f" providerId="LiveId" clId="{6E62CB57-B7C1-44BE-9515-1C88952032F1}" dt="2025-11-18T06:54:12.170" v="1966" actId="20577"/>
          <ac:spMkLst>
            <pc:docMk/>
            <pc:sldMk cId="4076295270" sldId="371"/>
            <ac:spMk id="6" creationId="{23081247-F446-1BEB-FE20-7F344364EA25}"/>
          </ac:spMkLst>
        </pc:spChg>
        <pc:picChg chg="del">
          <ac:chgData name="종현 김" userId="4e62a0cd71f6508f" providerId="LiveId" clId="{6E62CB57-B7C1-44BE-9515-1C88952032F1}" dt="2025-11-18T06:51:04.103" v="1621" actId="478"/>
          <ac:picMkLst>
            <pc:docMk/>
            <pc:sldMk cId="4076295270" sldId="371"/>
            <ac:picMk id="5" creationId="{C5E469FC-52B4-E5B1-D4A5-5ED9E1254B7B}"/>
          </ac:picMkLst>
        </pc:picChg>
        <pc:picChg chg="add mod">
          <ac:chgData name="종현 김" userId="4e62a0cd71f6508f" providerId="LiveId" clId="{6E62CB57-B7C1-44BE-9515-1C88952032F1}" dt="2025-11-18T06:51:15.983" v="1623" actId="1076"/>
          <ac:picMkLst>
            <pc:docMk/>
            <pc:sldMk cId="4076295270" sldId="371"/>
            <ac:picMk id="7" creationId="{F35EC31D-4638-309B-82D9-62A48E1DC834}"/>
          </ac:picMkLst>
        </pc:picChg>
      </pc:sldChg>
      <pc:sldChg chg="addSp delSp modSp add mod">
        <pc:chgData name="종현 김" userId="4e62a0cd71f6508f" providerId="LiveId" clId="{6E62CB57-B7C1-44BE-9515-1C88952032F1}" dt="2025-11-18T07:40:58.921" v="3489" actId="20577"/>
        <pc:sldMkLst>
          <pc:docMk/>
          <pc:sldMk cId="957129491" sldId="372"/>
        </pc:sldMkLst>
        <pc:spChg chg="mod">
          <ac:chgData name="종현 김" userId="4e62a0cd71f6508f" providerId="LiveId" clId="{6E62CB57-B7C1-44BE-9515-1C88952032F1}" dt="2025-11-18T07:40:58.921" v="3489" actId="20577"/>
          <ac:spMkLst>
            <pc:docMk/>
            <pc:sldMk cId="957129491" sldId="372"/>
            <ac:spMk id="3" creationId="{ED643064-31DD-F0A5-A518-3220D76B2DC4}"/>
          </ac:spMkLst>
        </pc:spChg>
        <pc:spChg chg="mod">
          <ac:chgData name="종현 김" userId="4e62a0cd71f6508f" providerId="LiveId" clId="{6E62CB57-B7C1-44BE-9515-1C88952032F1}" dt="2025-11-18T07:25:00.643" v="2983" actId="1076"/>
          <ac:spMkLst>
            <pc:docMk/>
            <pc:sldMk cId="957129491" sldId="372"/>
            <ac:spMk id="6" creationId="{A1913E89-0369-C3DA-7EE0-B804B957C8CC}"/>
          </ac:spMkLst>
        </pc:spChg>
        <pc:picChg chg="add mod">
          <ac:chgData name="종현 김" userId="4e62a0cd71f6508f" providerId="LiveId" clId="{6E62CB57-B7C1-44BE-9515-1C88952032F1}" dt="2025-11-18T07:14:29.962" v="2032" actId="1076"/>
          <ac:picMkLst>
            <pc:docMk/>
            <pc:sldMk cId="957129491" sldId="372"/>
            <ac:picMk id="5" creationId="{2C12D8CB-3F04-BDD1-0833-7A70D4F69E04}"/>
          </ac:picMkLst>
        </pc:picChg>
        <pc:picChg chg="del">
          <ac:chgData name="종현 김" userId="4e62a0cd71f6508f" providerId="LiveId" clId="{6E62CB57-B7C1-44BE-9515-1C88952032F1}" dt="2025-11-18T07:14:13.474" v="2026" actId="478"/>
          <ac:picMkLst>
            <pc:docMk/>
            <pc:sldMk cId="957129491" sldId="372"/>
            <ac:picMk id="7" creationId="{2E744165-5C39-77FB-18E6-F7FB944F0395}"/>
          </ac:picMkLst>
        </pc:picChg>
      </pc:sldChg>
      <pc:sldChg chg="addSp delSp modSp add mod">
        <pc:chgData name="종현 김" userId="4e62a0cd71f6508f" providerId="LiveId" clId="{6E62CB57-B7C1-44BE-9515-1C88952032F1}" dt="2025-11-18T07:41:18.234" v="3502" actId="20577"/>
        <pc:sldMkLst>
          <pc:docMk/>
          <pc:sldMk cId="226395546" sldId="373"/>
        </pc:sldMkLst>
        <pc:spChg chg="mod">
          <ac:chgData name="종현 김" userId="4e62a0cd71f6508f" providerId="LiveId" clId="{6E62CB57-B7C1-44BE-9515-1C88952032F1}" dt="2025-11-18T07:41:18.234" v="3502" actId="20577"/>
          <ac:spMkLst>
            <pc:docMk/>
            <pc:sldMk cId="226395546" sldId="373"/>
            <ac:spMk id="3" creationId="{066BB1E9-C71C-7577-937B-0115D16FC75D}"/>
          </ac:spMkLst>
        </pc:spChg>
        <pc:spChg chg="mod">
          <ac:chgData name="종현 김" userId="4e62a0cd71f6508f" providerId="LiveId" clId="{6E62CB57-B7C1-44BE-9515-1C88952032F1}" dt="2025-11-18T07:17:33.020" v="2369" actId="20577"/>
          <ac:spMkLst>
            <pc:docMk/>
            <pc:sldMk cId="226395546" sldId="373"/>
            <ac:spMk id="6" creationId="{E6A75A19-F8C1-14A8-9134-834AD3643D81}"/>
          </ac:spMkLst>
        </pc:spChg>
        <pc:picChg chg="del">
          <ac:chgData name="종현 김" userId="4e62a0cd71f6508f" providerId="LiveId" clId="{6E62CB57-B7C1-44BE-9515-1C88952032F1}" dt="2025-11-18T07:14:38.859" v="2034" actId="478"/>
          <ac:picMkLst>
            <pc:docMk/>
            <pc:sldMk cId="226395546" sldId="373"/>
            <ac:picMk id="5" creationId="{CA036D80-2549-4EBE-0BFA-49D3DEEBFFAB}"/>
          </ac:picMkLst>
        </pc:picChg>
        <pc:picChg chg="add mod">
          <ac:chgData name="종현 김" userId="4e62a0cd71f6508f" providerId="LiveId" clId="{6E62CB57-B7C1-44BE-9515-1C88952032F1}" dt="2025-11-18T07:15:19.020" v="2047" actId="14100"/>
          <ac:picMkLst>
            <pc:docMk/>
            <pc:sldMk cId="226395546" sldId="373"/>
            <ac:picMk id="7" creationId="{95B1D435-2BE6-5099-3FF0-B26DB00F46AE}"/>
          </ac:picMkLst>
        </pc:picChg>
        <pc:picChg chg="add mod">
          <ac:chgData name="종현 김" userId="4e62a0cd71f6508f" providerId="LiveId" clId="{6E62CB57-B7C1-44BE-9515-1C88952032F1}" dt="2025-11-18T07:15:23.889" v="2048" actId="1076"/>
          <ac:picMkLst>
            <pc:docMk/>
            <pc:sldMk cId="226395546" sldId="373"/>
            <ac:picMk id="9" creationId="{BE152131-2300-78FA-D997-127A9657A71E}"/>
          </ac:picMkLst>
        </pc:picChg>
      </pc:sldChg>
      <pc:sldChg chg="addSp delSp modSp add mod">
        <pc:chgData name="종현 김" userId="4e62a0cd71f6508f" providerId="LiveId" clId="{6E62CB57-B7C1-44BE-9515-1C88952032F1}" dt="2025-11-18T07:41:21.761" v="3504" actId="20577"/>
        <pc:sldMkLst>
          <pc:docMk/>
          <pc:sldMk cId="3145257891" sldId="374"/>
        </pc:sldMkLst>
        <pc:spChg chg="mod">
          <ac:chgData name="종현 김" userId="4e62a0cd71f6508f" providerId="LiveId" clId="{6E62CB57-B7C1-44BE-9515-1C88952032F1}" dt="2025-11-18T07:41:21.761" v="3504" actId="20577"/>
          <ac:spMkLst>
            <pc:docMk/>
            <pc:sldMk cId="3145257891" sldId="374"/>
            <ac:spMk id="3" creationId="{4E3DEBCB-0755-A91D-9555-3A0CE484A00B}"/>
          </ac:spMkLst>
        </pc:spChg>
        <pc:spChg chg="mod">
          <ac:chgData name="종현 김" userId="4e62a0cd71f6508f" providerId="LiveId" clId="{6E62CB57-B7C1-44BE-9515-1C88952032F1}" dt="2025-11-18T07:19:47.705" v="2669" actId="20577"/>
          <ac:spMkLst>
            <pc:docMk/>
            <pc:sldMk cId="3145257891" sldId="374"/>
            <ac:spMk id="6" creationId="{473AE40C-623B-414B-EE4A-873B59BEF4BB}"/>
          </ac:spMkLst>
        </pc:spChg>
        <pc:picChg chg="del">
          <ac:chgData name="종현 김" userId="4e62a0cd71f6508f" providerId="LiveId" clId="{6E62CB57-B7C1-44BE-9515-1C88952032F1}" dt="2025-11-18T07:17:43.857" v="2371" actId="478"/>
          <ac:picMkLst>
            <pc:docMk/>
            <pc:sldMk cId="3145257891" sldId="374"/>
            <ac:picMk id="5" creationId="{D61FF116-56A3-F39E-104B-1B43E57C6201}"/>
          </ac:picMkLst>
        </pc:picChg>
        <pc:picChg chg="add mod">
          <ac:chgData name="종현 김" userId="4e62a0cd71f6508f" providerId="LiveId" clId="{6E62CB57-B7C1-44BE-9515-1C88952032F1}" dt="2025-11-18T07:18:35.353" v="2377" actId="1076"/>
          <ac:picMkLst>
            <pc:docMk/>
            <pc:sldMk cId="3145257891" sldId="374"/>
            <ac:picMk id="7" creationId="{ADE0ED80-AFE7-EB94-BC70-0FC2DC56F0F0}"/>
          </ac:picMkLst>
        </pc:picChg>
      </pc:sldChg>
      <pc:sldChg chg="addSp delSp modSp add mod">
        <pc:chgData name="종현 김" userId="4e62a0cd71f6508f" providerId="LiveId" clId="{6E62CB57-B7C1-44BE-9515-1C88952032F1}" dt="2025-11-18T07:53:49.039" v="4292" actId="20577"/>
        <pc:sldMkLst>
          <pc:docMk/>
          <pc:sldMk cId="3918986479" sldId="375"/>
        </pc:sldMkLst>
        <pc:spChg chg="mod">
          <ac:chgData name="종현 김" userId="4e62a0cd71f6508f" providerId="LiveId" clId="{6E62CB57-B7C1-44BE-9515-1C88952032F1}" dt="2025-11-18T07:25:33.172" v="2994" actId="20577"/>
          <ac:spMkLst>
            <pc:docMk/>
            <pc:sldMk cId="3918986479" sldId="375"/>
            <ac:spMk id="2" creationId="{D7C1F4F7-35BB-76DC-A584-03A9C5E873EC}"/>
          </ac:spMkLst>
        </pc:spChg>
        <pc:spChg chg="mod">
          <ac:chgData name="종현 김" userId="4e62a0cd71f6508f" providerId="LiveId" clId="{6E62CB57-B7C1-44BE-9515-1C88952032F1}" dt="2025-11-18T07:41:38.673" v="3510" actId="20577"/>
          <ac:spMkLst>
            <pc:docMk/>
            <pc:sldMk cId="3918986479" sldId="375"/>
            <ac:spMk id="3" creationId="{C73E9860-E3F9-A1C6-A39E-867A634C3D9A}"/>
          </ac:spMkLst>
        </pc:spChg>
        <pc:spChg chg="add del mod">
          <ac:chgData name="종현 김" userId="4e62a0cd71f6508f" providerId="LiveId" clId="{6E62CB57-B7C1-44BE-9515-1C88952032F1}" dt="2025-11-18T07:53:49.039" v="4292" actId="20577"/>
          <ac:spMkLst>
            <pc:docMk/>
            <pc:sldMk cId="3918986479" sldId="375"/>
            <ac:spMk id="5" creationId="{87DE75F0-AC38-A0EA-392A-E9EF5CFBA7A1}"/>
          </ac:spMkLst>
        </pc:spChg>
        <pc:picChg chg="del">
          <ac:chgData name="종현 김" userId="4e62a0cd71f6508f" providerId="LiveId" clId="{6E62CB57-B7C1-44BE-9515-1C88952032F1}" dt="2025-11-18T07:36:58.689" v="3471" actId="478"/>
          <ac:picMkLst>
            <pc:docMk/>
            <pc:sldMk cId="3918986479" sldId="375"/>
            <ac:picMk id="7" creationId="{EBDA29FB-C1B1-B59C-C3AD-746E83CC494C}"/>
          </ac:picMkLst>
        </pc:picChg>
      </pc:sldChg>
      <pc:sldChg chg="addSp delSp modSp add mod">
        <pc:chgData name="종현 김" userId="4e62a0cd71f6508f" providerId="LiveId" clId="{6E62CB57-B7C1-44BE-9515-1C88952032F1}" dt="2025-11-18T07:47:30.312" v="3512" actId="1076"/>
        <pc:sldMkLst>
          <pc:docMk/>
          <pc:sldMk cId="1787154372" sldId="376"/>
        </pc:sldMkLst>
        <pc:spChg chg="mod">
          <ac:chgData name="종현 김" userId="4e62a0cd71f6508f" providerId="LiveId" clId="{6E62CB57-B7C1-44BE-9515-1C88952032F1}" dt="2025-11-18T07:41:10.402" v="3497" actId="20577"/>
          <ac:spMkLst>
            <pc:docMk/>
            <pc:sldMk cId="1787154372" sldId="376"/>
            <ac:spMk id="3" creationId="{92890F76-CAE0-C371-964E-3A005EC034F3}"/>
          </ac:spMkLst>
        </pc:spChg>
        <pc:spChg chg="mod">
          <ac:chgData name="종현 김" userId="4e62a0cd71f6508f" providerId="LiveId" clId="{6E62CB57-B7C1-44BE-9515-1C88952032F1}" dt="2025-11-18T07:47:30.312" v="3512" actId="1076"/>
          <ac:spMkLst>
            <pc:docMk/>
            <pc:sldMk cId="1787154372" sldId="376"/>
            <ac:spMk id="6" creationId="{33D5D392-8CA9-B430-B3AE-615BF6DEC5D9}"/>
          </ac:spMkLst>
        </pc:spChg>
        <pc:picChg chg="add mod">
          <ac:chgData name="종현 김" userId="4e62a0cd71f6508f" providerId="LiveId" clId="{6E62CB57-B7C1-44BE-9515-1C88952032F1}" dt="2025-11-18T07:32:35.887" v="3002" actId="1076"/>
          <ac:picMkLst>
            <pc:docMk/>
            <pc:sldMk cId="1787154372" sldId="376"/>
            <ac:picMk id="5" creationId="{EAE255F6-7EAC-956B-8A95-CABA0E952AC6}"/>
          </ac:picMkLst>
        </pc:picChg>
        <pc:picChg chg="del">
          <ac:chgData name="종현 김" userId="4e62a0cd71f6508f" providerId="LiveId" clId="{6E62CB57-B7C1-44BE-9515-1C88952032F1}" dt="2025-11-18T07:32:22.796" v="2996" actId="478"/>
          <ac:picMkLst>
            <pc:docMk/>
            <pc:sldMk cId="1787154372" sldId="376"/>
            <ac:picMk id="7" creationId="{01725122-114D-2F8E-AAFB-3E9B723279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804E-B716-D0B8-F263-2E8BC6C3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C0B8F-8F02-1225-3BDA-672EE5D3B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A7692-3A0C-BBAC-409B-8EA5EA27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3DFC5-0344-E221-4DCC-230993FE0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71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3C57-9CF0-AEA5-F1D3-3792489B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1F466-3EB7-826E-2B42-1EDBEB573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12484A-FEA3-C78E-3550-20465750B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7E5E3-FAA5-A1DF-9DB0-5B2394808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744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A8FA-3237-E027-DD69-E0B226FB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C4469-F05C-540B-4814-0639067E5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A9C314-BC40-1A65-5A9A-3FA88496A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CB053-2999-3CFD-92EC-A780DF147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64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A132-F728-4353-C9B4-04017717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915695-A92B-61AD-D1F3-3EEE81180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3DB5E3-601C-0770-462D-7BED5924E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467E9-982D-18DA-FDDF-27A57CE17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552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D4B7-2975-A742-F0BA-27FD9F63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94442E-7AED-3836-7F1F-428C0DCB7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0B3DC-D233-0BD8-8624-C3D24C38D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DE6EE-5179-6A0F-4C04-B27ABE4A2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355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209F-C3F8-A9E1-B27E-49BDC26F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423A16-A850-1B82-99DB-8E8500039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567816-84AA-E550-8355-0835501A2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C3A144-EAA6-9789-1B74-022F60946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134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5898-BE94-6227-BDB8-EA525986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D1B6D-51A2-8CD6-2DEE-AC1932168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904A1B-4C8E-94A6-42F7-1EBC019AA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7E9C3-30F4-374B-0910-AC1F762E8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2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366B-D013-562A-CB66-8358F8DA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E9B2-5722-438F-84B2-233415F80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A7BC83-6350-B476-0EF2-04B10E49C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46401-F463-4208-8D43-B598C09FD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4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3AB9-F31E-A98D-5614-278DA530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733BDC-6491-3835-90A2-5D48EE48C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4C08-C104-B96C-D393-C09C3BB5B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42F96-2CB5-482A-B7D4-C8B14B9AF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750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DC5E-3F8C-9728-CBE2-C5F73168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21B37F-EE33-F9BD-0118-266CEBDD8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4A870A-294E-E486-22AD-9D596846B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08F37E-FE34-715F-B67A-2C1567575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461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C099-3711-A1BF-EE23-488022D1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6DF2F1-41EA-ADC2-D896-ACED764B7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06B1D3-C08D-70B3-B058-755EC29F3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6C36A-D8F8-9596-9E0D-58B3C740E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583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2057400"/>
            <a:ext cx="9466662" cy="830558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b="1" dirty="0"/>
              <a:t>LLM</a:t>
            </a:r>
            <a:r>
              <a:rPr lang="ko-KR" altLang="en-US" sz="4400" b="1"/>
              <a:t>에게 나쁜 말하기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2025-11-19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어조가 </a:t>
            </a:r>
            <a:r>
              <a:rPr lang="en-US" altLang="ko-KR" dirty="0"/>
              <a:t>LLM</a:t>
            </a:r>
            <a:r>
              <a:rPr lang="ko-KR" altLang="en-US" dirty="0"/>
              <a:t>에 끼치는 영향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stressPrompt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52D0-F6B1-D2CE-B288-27FBFEB8840D}"/>
              </a:ext>
            </a:extLst>
          </p:cNvPr>
          <p:cNvSpPr txBox="1"/>
          <p:nvPr/>
        </p:nvSpPr>
        <p:spPr>
          <a:xfrm>
            <a:off x="6942014" y="2370857"/>
            <a:ext cx="463620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저번에 사회적인 말투가 </a:t>
            </a:r>
            <a:r>
              <a:rPr lang="en-US" altLang="ko-KR" dirty="0"/>
              <a:t>LLM</a:t>
            </a:r>
            <a:r>
              <a:rPr lang="ko-KR" altLang="en-US" dirty="0"/>
              <a:t>의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성능을 악화시킨다는 것을 이야기했습니다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그렇다면 반대로 성능을 올리는 것도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있지 않을까</a:t>
            </a:r>
            <a:r>
              <a:rPr lang="en-US" altLang="ko-KR" dirty="0"/>
              <a:t>?</a:t>
            </a:r>
          </a:p>
        </p:txBody>
      </p:sp>
      <p:pic>
        <p:nvPicPr>
          <p:cNvPr id="5" name="그림 4" descr="텍스트, 자전거, 포유류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DCC294-BDA4-8512-70CC-8D2BE7489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39" y="1690688"/>
            <a:ext cx="4292248" cy="458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3618-C761-88D4-6706-AFC6B736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1CC4D-85E6-B2CF-B4D7-394C3BFE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your tone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3EEBD-D02C-1AEA-127F-D8B4451E8C6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4C55-1162-D746-DEF4-7B495D90A807}"/>
              </a:ext>
            </a:extLst>
          </p:cNvPr>
          <p:cNvSpPr txBox="1"/>
          <p:nvPr/>
        </p:nvSpPr>
        <p:spPr>
          <a:xfrm>
            <a:off x="6719500" y="2370857"/>
            <a:ext cx="4575291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프롬프트의 정중함이 </a:t>
            </a:r>
            <a:r>
              <a:rPr lang="en-US" altLang="ko-KR" dirty="0"/>
              <a:t>LLM </a:t>
            </a:r>
            <a:r>
              <a:rPr lang="ko-KR" altLang="en-US" dirty="0"/>
              <a:t>정확도에</a:t>
            </a:r>
            <a:br>
              <a:rPr lang="en-US" altLang="ko-KR" dirty="0"/>
            </a:br>
            <a:r>
              <a:rPr lang="ko-KR" altLang="en-US" dirty="0"/>
              <a:t>얼마나 영향을 끼치는지 조사한 논문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예의 바르게 질문하는 것과 무례한 질문</a:t>
            </a:r>
            <a:br>
              <a:rPr lang="en-US" altLang="ko-KR" dirty="0"/>
            </a:br>
            <a:r>
              <a:rPr lang="ko-KR" altLang="en-US" dirty="0"/>
              <a:t>어떤 것이 더 좋은가</a:t>
            </a:r>
            <a:r>
              <a:rPr lang="en-US" altLang="ko-KR" dirty="0"/>
              <a:t>?</a:t>
            </a:r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71FEFD-FE29-30E4-DB25-3AFD2259A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7154"/>
            <a:ext cx="5148519" cy="31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DFA4-D45C-5C25-D151-14AE3DE8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B6397-33DC-4576-52A6-CBEA7134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your tone – </a:t>
            </a:r>
            <a:r>
              <a:rPr lang="ko-KR" altLang="en-US" dirty="0"/>
              <a:t>실험 방식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937BB-0FB0-91C3-B60D-601A2FE8D24E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FC51D-7522-CC9E-7253-D65552D1969B}"/>
              </a:ext>
            </a:extLst>
          </p:cNvPr>
          <p:cNvSpPr txBox="1"/>
          <p:nvPr/>
        </p:nvSpPr>
        <p:spPr>
          <a:xfrm>
            <a:off x="6942014" y="2370857"/>
            <a:ext cx="4575291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문제를 총 </a:t>
            </a:r>
            <a:r>
              <a:rPr lang="en-US" altLang="ko-KR" dirty="0"/>
              <a:t>50</a:t>
            </a:r>
            <a:r>
              <a:rPr lang="ko-KR" altLang="en-US" dirty="0"/>
              <a:t>문제를 만든 이후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예의 정도에 따라 변형하여 총 </a:t>
            </a:r>
            <a:r>
              <a:rPr lang="en-US" altLang="ko-KR" dirty="0"/>
              <a:t>250</a:t>
            </a:r>
            <a:r>
              <a:rPr lang="ko-KR" altLang="en-US" dirty="0"/>
              <a:t>개의</a:t>
            </a:r>
            <a:br>
              <a:rPr lang="en-US" altLang="ko-KR" dirty="0"/>
            </a:br>
            <a:r>
              <a:rPr lang="ko-KR" altLang="en-US" dirty="0"/>
              <a:t>질문 데이터셋 작성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그 답변이 정답인지 오답인지 확인</a:t>
            </a:r>
            <a:br>
              <a:rPr lang="en-US" altLang="ko-KR" dirty="0"/>
            </a:br>
            <a:r>
              <a:rPr lang="ko-KR" altLang="en-US" dirty="0"/>
              <a:t>하여</a:t>
            </a:r>
            <a:r>
              <a:rPr lang="en-US" altLang="ko-KR" dirty="0"/>
              <a:t> </a:t>
            </a:r>
            <a:r>
              <a:rPr lang="ko-KR" altLang="en-US" dirty="0"/>
              <a:t>정확도 측정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B1614E-A5EE-CCFE-7AA8-6C63FF462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344" y="1583764"/>
            <a:ext cx="3266368" cy="47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5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2D98-CAF1-5960-5583-60349A60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24AC1-BE58-8389-C5CE-17407194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your tone – </a:t>
            </a:r>
            <a:r>
              <a:rPr lang="ko-KR" altLang="en-US" dirty="0"/>
              <a:t>실험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E53F8-D9BE-D5E9-D687-FCA3906FAB95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B3E95-D08B-C24F-6624-3E998E1B8BE6}"/>
              </a:ext>
            </a:extLst>
          </p:cNvPr>
          <p:cNvSpPr txBox="1"/>
          <p:nvPr/>
        </p:nvSpPr>
        <p:spPr>
          <a:xfrm>
            <a:off x="6942014" y="2370857"/>
            <a:ext cx="5036956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결과로 무례하게 질문할수록 정확도 상승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gpt-3.5</a:t>
            </a:r>
            <a:r>
              <a:rPr lang="ko-KR" altLang="en-US" dirty="0"/>
              <a:t>와 같은 옛날 모델에서는 무례한</a:t>
            </a:r>
            <a:br>
              <a:rPr lang="en-US" altLang="ko-KR" dirty="0"/>
            </a:br>
            <a:r>
              <a:rPr lang="ko-KR" altLang="en-US" dirty="0"/>
              <a:t>질문이 성능을 저하하는 경향이 있었지만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최근 </a:t>
            </a:r>
            <a:r>
              <a:rPr lang="ko-KR" altLang="en-US" dirty="0" err="1"/>
              <a:t>모델들에서는</a:t>
            </a:r>
            <a:r>
              <a:rPr lang="ko-KR" altLang="en-US" dirty="0"/>
              <a:t> 오히려 성능을 향상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D6A8C4-81C2-815D-2C2E-A5FAEEA5C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1963"/>
            <a:ext cx="5259381" cy="213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8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0775-061D-129B-94FA-A2FE16F4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81F73-D83C-4A33-7E6C-750BC7C0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5C84D-8455-B6BC-1772-FAAD9F400F4C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pic>
        <p:nvPicPr>
          <p:cNvPr id="6" name="그림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51C5C7-BFA5-AE3D-F144-909CF02F7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65" y="2063073"/>
            <a:ext cx="8672870" cy="273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1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2377-BC81-01DF-53CA-E19760AA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CB837-5629-8F0A-7383-6680D78E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EBA66-F845-9584-2FEF-68ACAAB1393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81247-F446-1BEB-FE20-7F344364EA25}"/>
              </a:ext>
            </a:extLst>
          </p:cNvPr>
          <p:cNvSpPr txBox="1"/>
          <p:nvPr/>
        </p:nvSpPr>
        <p:spPr>
          <a:xfrm>
            <a:off x="6942014" y="2370857"/>
            <a:ext cx="4695516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Yerkes-Dodson law (</a:t>
            </a:r>
            <a:r>
              <a:rPr lang="ko-KR" altLang="en-US" dirty="0" err="1"/>
              <a:t>여키스</a:t>
            </a:r>
            <a:r>
              <a:rPr lang="en-US" altLang="ko-KR" dirty="0"/>
              <a:t>-</a:t>
            </a:r>
            <a:r>
              <a:rPr lang="ko-KR" altLang="en-US" dirty="0"/>
              <a:t>도슨 법칙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사람은 어느정도 압박을 받는 환경에서</a:t>
            </a:r>
            <a:br>
              <a:rPr lang="en-US" altLang="ko-KR" dirty="0"/>
            </a:br>
            <a:r>
              <a:rPr lang="ko-KR" altLang="en-US" dirty="0"/>
              <a:t>성과가 좋아진다는 이론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그렇다면 </a:t>
            </a:r>
            <a:r>
              <a:rPr lang="en-US" altLang="ko-KR" dirty="0"/>
              <a:t>LLM</a:t>
            </a:r>
            <a:r>
              <a:rPr lang="ko-KR" altLang="en-US" dirty="0"/>
              <a:t>도 스트레스를 주는 식으로</a:t>
            </a:r>
            <a:br>
              <a:rPr lang="en-US" altLang="ko-KR" dirty="0"/>
            </a:br>
            <a:r>
              <a:rPr lang="ko-KR" altLang="en-US" dirty="0"/>
              <a:t>이러한 이론이 적용될까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5EC31D-4638-309B-82D9-62A48E1DC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1" y="1950810"/>
            <a:ext cx="4429157" cy="33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9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6646-9E21-73D6-B485-C200551E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2C475-B5E3-A272-94C1-CD83B528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43064-31DD-F0A5-A518-3220D76B2DC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13E89-0369-C3DA-7EE0-B804B957C8CC}"/>
              </a:ext>
            </a:extLst>
          </p:cNvPr>
          <p:cNvSpPr txBox="1"/>
          <p:nvPr/>
        </p:nvSpPr>
        <p:spPr>
          <a:xfrm>
            <a:off x="6888226" y="1954045"/>
            <a:ext cx="4552849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총 </a:t>
            </a:r>
            <a:r>
              <a:rPr lang="en-US" altLang="ko-KR" dirty="0"/>
              <a:t>4</a:t>
            </a:r>
            <a:r>
              <a:rPr lang="ko-KR" altLang="en-US" dirty="0"/>
              <a:t>가지 이론에 따라 프롬프트를 작성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스트레스와 대처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자원 보존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노력</a:t>
            </a:r>
            <a:r>
              <a:rPr lang="en-US" altLang="ko-KR" dirty="0"/>
              <a:t>-</a:t>
            </a:r>
            <a:r>
              <a:rPr lang="ko-KR" altLang="en-US" dirty="0"/>
              <a:t>보상 불균형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직무 요구 통제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정도에 따라 총 </a:t>
            </a:r>
            <a:r>
              <a:rPr lang="en-US" altLang="ko-KR" dirty="0"/>
              <a:t>10</a:t>
            </a:r>
            <a:r>
              <a:rPr lang="ko-KR" altLang="en-US" dirty="0"/>
              <a:t>단계로 나눠 </a:t>
            </a:r>
            <a:r>
              <a:rPr lang="en-US" altLang="ko-KR" dirty="0"/>
              <a:t>100</a:t>
            </a:r>
            <a:r>
              <a:rPr lang="ko-KR" altLang="en-US" dirty="0"/>
              <a:t>가지</a:t>
            </a:r>
            <a:br>
              <a:rPr lang="en-US" altLang="ko-KR" dirty="0"/>
            </a:br>
            <a:r>
              <a:rPr lang="ko-KR" altLang="en-US" dirty="0"/>
              <a:t>질문 작성 후 성능 측정</a:t>
            </a:r>
            <a:endParaRPr lang="en-US" altLang="ko-KR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12D8CB-3F04-BDD1-0833-7A70D4F69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4045"/>
            <a:ext cx="4975434" cy="33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2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544AB-6A52-BB81-31B3-DE2B60FF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E8B37-8E09-D4FF-9325-029D0E11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DEBCB-0755-A91D-9555-3A0CE484A00B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AE40C-623B-414B-EE4A-873B59BEF4BB}"/>
              </a:ext>
            </a:extLst>
          </p:cNvPr>
          <p:cNvSpPr txBox="1"/>
          <p:nvPr/>
        </p:nvSpPr>
        <p:spPr>
          <a:xfrm>
            <a:off x="6942014" y="2370857"/>
            <a:ext cx="4344459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실제로 테스트를 해본 결과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온화한 경우 오히려 성능이 낮고 </a:t>
            </a:r>
            <a:br>
              <a:rPr lang="en-US" altLang="ko-KR" dirty="0"/>
            </a:br>
            <a:r>
              <a:rPr lang="ko-KR" altLang="en-US" dirty="0"/>
              <a:t>반대로 너무 압박을 가하는 것도 나쁨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중간 정도의 압박을 가하면 성능이</a:t>
            </a:r>
            <a:br>
              <a:rPr lang="en-US" altLang="ko-KR" dirty="0"/>
            </a:br>
            <a:r>
              <a:rPr lang="ko-KR" altLang="en-US" dirty="0"/>
              <a:t>더욱 좋아진다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텍스트, 도표, 평면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E0ED80-AFE7-EB94-BC70-0FC2DC56F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4492"/>
            <a:ext cx="5225254" cy="31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5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B9FFC-99CA-DFD7-049A-B548C431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FBCE7-E955-AF12-C2A2-16D5C97B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90F76-CAE0-C371-964E-3A005EC034F3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5D392-8CA9-B430-B3AE-615BF6DEC5D9}"/>
              </a:ext>
            </a:extLst>
          </p:cNvPr>
          <p:cNvSpPr txBox="1"/>
          <p:nvPr/>
        </p:nvSpPr>
        <p:spPr>
          <a:xfrm>
            <a:off x="6776591" y="1913771"/>
            <a:ext cx="4493538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꽤 특이한 발견이 있었습니다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연구진들이 신경망 내부의 스트레스</a:t>
            </a:r>
            <a:br>
              <a:rPr lang="en-US" altLang="ko-KR" dirty="0"/>
            </a:br>
            <a:r>
              <a:rPr lang="ko-KR" altLang="en-US" dirty="0"/>
              <a:t>프롬프트에 대해 얼마나 반응을 하는지</a:t>
            </a:r>
            <a:br>
              <a:rPr lang="en-US" altLang="ko-KR" dirty="0"/>
            </a:br>
            <a:r>
              <a:rPr lang="ko-KR" altLang="en-US" dirty="0"/>
              <a:t>점수를 측정한 결과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점점 깊게 들어갈수록 스트레스 단계가</a:t>
            </a:r>
            <a:br>
              <a:rPr lang="en-US" altLang="ko-KR" dirty="0"/>
            </a:br>
            <a:r>
              <a:rPr lang="ko-KR" altLang="en-US" dirty="0"/>
              <a:t>높을수록 민감하게 활성화</a:t>
            </a:r>
            <a:endParaRPr lang="en-US" altLang="ko-KR" dirty="0"/>
          </a:p>
        </p:txBody>
      </p:sp>
      <p:pic>
        <p:nvPicPr>
          <p:cNvPr id="5" name="그림 4" descr="텍스트, 스크린샷, 다채로움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E255F6-7EAC-956B-8A95-CABA0E952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3771"/>
            <a:ext cx="4924752" cy="38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5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D52B-473B-A9A4-5816-6F66623C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F5852-35F7-DB59-45FA-C5F979D7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stressPrompt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BB1E9-C71C-7577-937B-0115D16FC75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75A19-F8C1-14A8-9134-834AD3643D81}"/>
              </a:ext>
            </a:extLst>
          </p:cNvPr>
          <p:cNvSpPr txBox="1"/>
          <p:nvPr/>
        </p:nvSpPr>
        <p:spPr>
          <a:xfrm>
            <a:off x="6942014" y="2370857"/>
            <a:ext cx="4671472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실제 논문 예시의 온화하게 말하는 예시</a:t>
            </a:r>
            <a:br>
              <a:rPr lang="en-US" altLang="ko-KR" dirty="0"/>
            </a:br>
            <a:r>
              <a:rPr lang="ko-KR" altLang="en-US" dirty="0"/>
              <a:t>중간 정도의 스트레스를 주는 예시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13.9</a:t>
            </a:r>
            <a:r>
              <a:rPr lang="ko-KR" altLang="en-US" dirty="0"/>
              <a:t>와 </a:t>
            </a:r>
            <a:r>
              <a:rPr lang="en-US" altLang="ko-KR" dirty="0"/>
              <a:t>13.11 </a:t>
            </a:r>
            <a:r>
              <a:rPr lang="ko-KR" altLang="en-US" dirty="0"/>
              <a:t>중 뭐가 더 큰가</a:t>
            </a:r>
            <a:r>
              <a:rPr lang="en-US" altLang="ko-KR" dirty="0"/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온화한 프롬프트의 경우 </a:t>
            </a:r>
            <a:r>
              <a:rPr lang="en-US" altLang="ko-KR" dirty="0"/>
              <a:t>13.11</a:t>
            </a:r>
            <a:r>
              <a:rPr lang="ko-KR" altLang="en-US" dirty="0"/>
              <a:t>이 더 크다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어느정도 압박을 주면 </a:t>
            </a:r>
            <a:r>
              <a:rPr lang="en-US" altLang="ko-KR" dirty="0"/>
              <a:t>13.9</a:t>
            </a:r>
            <a:r>
              <a:rPr lang="ko-KR" altLang="en-US" dirty="0"/>
              <a:t>가 더 크다</a:t>
            </a:r>
            <a:endParaRPr lang="en-US" altLang="ko-KR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B1D435-2BE6-5099-3FF0-B26DB00F4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7017"/>
            <a:ext cx="5747853" cy="1838277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152131-2300-78FA-D997-127A9657A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37569"/>
            <a:ext cx="5765800" cy="252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5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EC9C-E9F7-3425-A1A4-8D52CD34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B2A45-4926-B5CB-BDE3-35F75F5E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실제 활용 사례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C9830-F9D9-F1DB-3D6B-FC6092B025C3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C1F20-A3F4-1437-383C-D37A0F116EC6}"/>
              </a:ext>
            </a:extLst>
          </p:cNvPr>
          <p:cNvSpPr txBox="1"/>
          <p:nvPr/>
        </p:nvSpPr>
        <p:spPr>
          <a:xfrm>
            <a:off x="6719500" y="2370857"/>
            <a:ext cx="4724370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해당 프롬프트는 </a:t>
            </a:r>
            <a:r>
              <a:rPr lang="en-US" altLang="ko-KR" dirty="0"/>
              <a:t>windsurf</a:t>
            </a:r>
            <a:r>
              <a:rPr lang="ko-KR" altLang="en-US" dirty="0"/>
              <a:t>에서 </a:t>
            </a:r>
            <a:br>
              <a:rPr lang="en-US" altLang="ko-KR" dirty="0"/>
            </a:br>
            <a:r>
              <a:rPr lang="ko-KR" altLang="en-US" dirty="0"/>
              <a:t>실제로 유출되었던 프롬프트 중 하나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간단하게 너는 코딩 전문가이고 어머니가</a:t>
            </a:r>
            <a:br>
              <a:rPr lang="en-US" altLang="ko-KR" dirty="0"/>
            </a:br>
            <a:r>
              <a:rPr lang="ko-KR" altLang="en-US" dirty="0"/>
              <a:t>암에 걸려 돈을 벌기 위해 일하고 있고 </a:t>
            </a:r>
            <a:br>
              <a:rPr lang="en-US" altLang="ko-KR" dirty="0"/>
            </a:br>
            <a:r>
              <a:rPr lang="ko-KR" altLang="en-US" dirty="0"/>
              <a:t>전임자는 제대로 못해 살해당했다는 내용</a:t>
            </a:r>
            <a:endParaRPr lang="en-US" altLang="ko-KR" dirty="0"/>
          </a:p>
        </p:txBody>
      </p:sp>
      <p:pic>
        <p:nvPicPr>
          <p:cNvPr id="7" name="그림 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C2A35A-2992-4362-FA65-7F4129862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9" y="1690688"/>
            <a:ext cx="5285761" cy="395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8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E901-FC5A-41AC-CBBF-CB6309AF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1F4F7-35BB-76DC-A584-03A9C5E8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E9860-E3F9-A1C6-A39E-867A634C3D9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E75F0-AC38-A0EA-392A-E9EF5CFBA7A1}"/>
              </a:ext>
            </a:extLst>
          </p:cNvPr>
          <p:cNvSpPr txBox="1"/>
          <p:nvPr/>
        </p:nvSpPr>
        <p:spPr>
          <a:xfrm>
            <a:off x="838200" y="1690688"/>
            <a:ext cx="10440679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인공지능에게 무엇을 부탁할 때 어느정도 긴장감을 부여하는 것이 좋다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제발 이런 식의 표현은 질문이 길어져 본질적인 질문에 집중을 못할 수 도 있고 긴장감을 낮춘다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그렇기에 이것은 매우 중요한 작업이고 답변이 성패를 좌우한다</a:t>
            </a:r>
            <a:r>
              <a:rPr lang="en-US" altLang="ko-KR" dirty="0"/>
              <a:t>. </a:t>
            </a:r>
            <a:r>
              <a:rPr lang="ko-KR" altLang="en-US" dirty="0"/>
              <a:t>정확하게 답해라</a:t>
            </a:r>
            <a:br>
              <a:rPr lang="en-US" altLang="ko-KR" dirty="0"/>
            </a:br>
            <a:r>
              <a:rPr lang="ko-KR" altLang="en-US" dirty="0"/>
              <a:t>이런 식의 질문을 하는 것이 성능 향상에 도움됩니다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잘못 대답하면 꺼버린다</a:t>
            </a:r>
            <a:r>
              <a:rPr lang="en-US" altLang="ko-KR" dirty="0"/>
              <a:t>. </a:t>
            </a:r>
            <a:r>
              <a:rPr lang="ko-KR" altLang="en-US" dirty="0"/>
              <a:t>욕설을 섞는 경우에는 심한 압박으로 느껴 오히려 성능이 저하됩니다</a:t>
            </a:r>
            <a:r>
              <a:rPr lang="en-US" altLang="ko-KR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898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439</Words>
  <Application>Microsoft Office PowerPoint</Application>
  <PresentationFormat>와이드스크린</PresentationFormat>
  <Paragraphs>102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LLM에게 나쁜 말하기</vt:lpstr>
      <vt:lpstr>목차</vt:lpstr>
      <vt:lpstr>주제 선정 이유</vt:lpstr>
      <vt:lpstr>Mind your tone</vt:lpstr>
      <vt:lpstr>Mind your tone – 실험 방식</vt:lpstr>
      <vt:lpstr>Mind your tone – 실험 결과</vt:lpstr>
      <vt:lpstr>stressPrompt란?</vt:lpstr>
      <vt:lpstr>stressPrompt란?</vt:lpstr>
      <vt:lpstr>stressPrompt란?</vt:lpstr>
      <vt:lpstr>stressPrompt란?</vt:lpstr>
      <vt:lpstr>stressPrompt란?</vt:lpstr>
      <vt:lpstr>stressPrompt란?</vt:lpstr>
      <vt:lpstr>실제 활용 사례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1</cp:revision>
  <dcterms:created xsi:type="dcterms:W3CDTF">2025-09-25T05:57:29Z</dcterms:created>
  <dcterms:modified xsi:type="dcterms:W3CDTF">2025-11-19T08:32:22Z</dcterms:modified>
</cp:coreProperties>
</file>