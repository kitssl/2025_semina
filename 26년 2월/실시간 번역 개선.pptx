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58" r:id="rId3"/>
    <p:sldId id="303" r:id="rId4"/>
    <p:sldId id="366" r:id="rId5"/>
    <p:sldId id="395" r:id="rId6"/>
    <p:sldId id="401" r:id="rId7"/>
    <p:sldId id="396" r:id="rId8"/>
    <p:sldId id="397" r:id="rId9"/>
    <p:sldId id="398" r:id="rId10"/>
    <p:sldId id="402" r:id="rId11"/>
    <p:sldId id="403" r:id="rId12"/>
    <p:sldId id="404" r:id="rId13"/>
    <p:sldId id="406" r:id="rId14"/>
    <p:sldId id="40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A753C-606C-47C7-A6D6-DDC316EF1C49}" v="17" dt="2026-02-25T15:52:27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2-25T15:59:20.714" v="15781" actId="20577"/>
      <pc:docMkLst>
        <pc:docMk/>
      </pc:docMkLst>
      <pc:sldChg chg="modSp mod">
        <pc:chgData name="종현 김" userId="4e62a0cd71f6508f" providerId="LiveId" clId="{6E62CB57-B7C1-44BE-9515-1C88952032F1}" dt="2026-02-25T15:13:30.108" v="12196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2-25T15:13:30.108" v="12196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2-25T15:12:38.031" v="12154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2-25T15:12:38.031" v="12154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2-25T15:12:20.698" v="12142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mod">
        <pc:chgData name="종현 김" userId="4e62a0cd71f6508f" providerId="LiveId" clId="{6E62CB57-B7C1-44BE-9515-1C88952032F1}" dt="2026-02-25T15:14:15.831" v="12422" actId="20577"/>
        <pc:sldMkLst>
          <pc:docMk/>
          <pc:sldMk cId="625091368" sldId="303"/>
        </pc:sldMkLst>
        <pc:spChg chg="mod">
          <ac:chgData name="종현 김" userId="4e62a0cd71f6508f" providerId="LiveId" clId="{6E62CB57-B7C1-44BE-9515-1C88952032F1}" dt="2026-02-25T15:14:15.831" v="12422" actId="20577"/>
          <ac:spMkLst>
            <pc:docMk/>
            <pc:sldMk cId="625091368" sldId="303"/>
            <ac:spMk id="6" creationId="{4D7752D0-F6B1-D2CE-B288-27FBFEB8840D}"/>
          </ac:spMkLst>
        </pc:spChg>
        <pc:picChg chg="add mod modCrop">
          <ac:chgData name="종현 김" userId="4e62a0cd71f6508f" providerId="LiveId" clId="{6E62CB57-B7C1-44BE-9515-1C88952032F1}" dt="2026-02-25T15:13:12.834" v="12159" actId="1076"/>
          <ac:picMkLst>
            <pc:docMk/>
            <pc:sldMk cId="625091368" sldId="303"/>
            <ac:picMk id="4" creationId="{07BC3375-8B2C-C69C-CCA6-F95C92091395}"/>
          </ac:picMkLst>
        </pc:picChg>
        <pc:picChg chg="del">
          <ac:chgData name="종현 김" userId="4e62a0cd71f6508f" providerId="LiveId" clId="{6E62CB57-B7C1-44BE-9515-1C88952032F1}" dt="2026-02-25T15:12:59.087" v="12155" actId="478"/>
          <ac:picMkLst>
            <pc:docMk/>
            <pc:sldMk cId="625091368" sldId="303"/>
            <ac:picMk id="7" creationId="{0491AA6E-80E2-3117-7026-C7D0F0914DFE}"/>
          </ac:picMkLst>
        </pc:picChg>
      </pc:sldChg>
      <pc:sldChg chg="addSp delSp modSp mod">
        <pc:chgData name="종현 김" userId="4e62a0cd71f6508f" providerId="LiveId" clId="{6E62CB57-B7C1-44BE-9515-1C88952032F1}" dt="2026-02-25T15:43:32.495" v="15419"/>
        <pc:sldMkLst>
          <pc:docMk/>
          <pc:sldMk cId="365172425" sldId="366"/>
        </pc:sldMkLst>
        <pc:spChg chg="mod">
          <ac:chgData name="종현 김" userId="4e62a0cd71f6508f" providerId="LiveId" clId="{6E62CB57-B7C1-44BE-9515-1C88952032F1}" dt="2026-02-25T15:14:45.193" v="12453" actId="20577"/>
          <ac:spMkLst>
            <pc:docMk/>
            <pc:sldMk cId="365172425" sldId="366"/>
            <ac:spMk id="2" creationId="{98C1CC4D-85E6-B2CF-B4D7-394C3BFE4174}"/>
          </ac:spMkLst>
        </pc:spChg>
        <pc:spChg chg="mod">
          <ac:chgData name="종현 김" userId="4e62a0cd71f6508f" providerId="LiveId" clId="{6E62CB57-B7C1-44BE-9515-1C88952032F1}" dt="2026-02-25T15:15:22.927" v="12618" actId="20577"/>
          <ac:spMkLst>
            <pc:docMk/>
            <pc:sldMk cId="365172425" sldId="366"/>
            <ac:spMk id="5" creationId="{555B4C55-1162-D746-DEF4-7B495D90A807}"/>
          </ac:spMkLst>
        </pc:spChg>
        <pc:picChg chg="add mod">
          <ac:chgData name="종현 김" userId="4e62a0cd71f6508f" providerId="LiveId" clId="{6E62CB57-B7C1-44BE-9515-1C88952032F1}" dt="2026-02-25T15:43:32.495" v="15419"/>
          <ac:picMkLst>
            <pc:docMk/>
            <pc:sldMk cId="365172425" sldId="366"/>
            <ac:picMk id="4" creationId="{466C034E-C91A-CD3A-82D3-FFF687340494}"/>
          </ac:picMkLst>
        </pc:picChg>
        <pc:picChg chg="del">
          <ac:chgData name="종현 김" userId="4e62a0cd71f6508f" providerId="LiveId" clId="{6E62CB57-B7C1-44BE-9515-1C88952032F1}" dt="2026-02-25T15:43:32.173" v="15418" actId="478"/>
          <ac:picMkLst>
            <pc:docMk/>
            <pc:sldMk cId="365172425" sldId="366"/>
            <ac:picMk id="7" creationId="{46E98198-A693-B98E-2E44-2670C5A66403}"/>
          </ac:picMkLst>
        </pc:picChg>
      </pc:sldChg>
      <pc:sldChg chg="addSp modSp add del mod">
        <pc:chgData name="종현 김" userId="4e62a0cd71f6508f" providerId="LiveId" clId="{6E62CB57-B7C1-44BE-9515-1C88952032F1}" dt="2026-02-25T15:15:49.175" v="12619" actId="47"/>
        <pc:sldMkLst>
          <pc:docMk/>
          <pc:sldMk cId="533724762" sldId="376"/>
        </pc:sldMkLst>
      </pc:sldChg>
      <pc:sldChg chg="del">
        <pc:chgData name="종현 김" userId="4e62a0cd71f6508f" providerId="LiveId" clId="{6E62CB57-B7C1-44BE-9515-1C88952032F1}" dt="2026-02-25T15:15:50.797" v="12621" actId="47"/>
        <pc:sldMkLst>
          <pc:docMk/>
          <pc:sldMk cId="1125141807" sldId="377"/>
        </pc:sldMkLst>
      </pc:sldChg>
      <pc:sldChg chg="del">
        <pc:chgData name="종현 김" userId="4e62a0cd71f6508f" providerId="LiveId" clId="{6E62CB57-B7C1-44BE-9515-1C88952032F1}" dt="2026-02-25T15:15:51.312" v="12622" actId="47"/>
        <pc:sldMkLst>
          <pc:docMk/>
          <pc:sldMk cId="2419575125" sldId="378"/>
        </pc:sldMkLst>
      </pc:sldChg>
      <pc:sldChg chg="addSp modSp add del mod ord">
        <pc:chgData name="종현 김" userId="4e62a0cd71f6508f" providerId="LiveId" clId="{6E62CB57-B7C1-44BE-9515-1C88952032F1}" dt="2026-02-25T15:15:54.149" v="12625" actId="47"/>
        <pc:sldMkLst>
          <pc:docMk/>
          <pc:sldMk cId="542594771" sldId="379"/>
        </pc:sldMkLst>
      </pc:sldChg>
      <pc:sldChg chg="addSp delSp modSp add del mod">
        <pc:chgData name="종현 김" userId="4e62a0cd71f6508f" providerId="LiveId" clId="{6E62CB57-B7C1-44BE-9515-1C88952032F1}" dt="2026-02-25T15:15:50.367" v="12620" actId="47"/>
        <pc:sldMkLst>
          <pc:docMk/>
          <pc:sldMk cId="2706219443" sldId="380"/>
        </pc:sldMkLst>
      </pc:sldChg>
      <pc:sldChg chg="addSp delSp modSp add del mod">
        <pc:chgData name="종현 김" userId="4e62a0cd71f6508f" providerId="LiveId" clId="{6E62CB57-B7C1-44BE-9515-1C88952032F1}" dt="2026-02-25T15:15:53.428" v="12624" actId="47"/>
        <pc:sldMkLst>
          <pc:docMk/>
          <pc:sldMk cId="3628350954" sldId="381"/>
        </pc:sldMkLst>
      </pc:sldChg>
      <pc:sldChg chg="addSp delSp modSp add del mod">
        <pc:chgData name="종현 김" userId="4e62a0cd71f6508f" providerId="LiveId" clId="{6E62CB57-B7C1-44BE-9515-1C88952032F1}" dt="2026-02-25T15:15:52.614" v="12623" actId="47"/>
        <pc:sldMkLst>
          <pc:docMk/>
          <pc:sldMk cId="1258234373" sldId="382"/>
        </pc:sldMkLst>
      </pc:sldChg>
      <pc:sldChg chg="addSp delSp modSp add del mod">
        <pc:chgData name="종현 김" userId="4e62a0cd71f6508f" providerId="LiveId" clId="{6E62CB57-B7C1-44BE-9515-1C88952032F1}" dt="2026-02-25T15:15:54.764" v="12626" actId="47"/>
        <pc:sldMkLst>
          <pc:docMk/>
          <pc:sldMk cId="3392286896" sldId="384"/>
        </pc:sldMkLst>
      </pc:sldChg>
      <pc:sldChg chg="addSp delSp modSp add del mod">
        <pc:chgData name="종현 김" userId="4e62a0cd71f6508f" providerId="LiveId" clId="{6E62CB57-B7C1-44BE-9515-1C88952032F1}" dt="2026-02-25T15:15:57.116" v="12631" actId="47"/>
        <pc:sldMkLst>
          <pc:docMk/>
          <pc:sldMk cId="680416443" sldId="388"/>
        </pc:sldMkLst>
      </pc:sldChg>
      <pc:sldChg chg="addSp delSp modSp add del mod">
        <pc:chgData name="종현 김" userId="4e62a0cd71f6508f" providerId="LiveId" clId="{6E62CB57-B7C1-44BE-9515-1C88952032F1}" dt="2026-02-25T15:15:55.699" v="12628" actId="47"/>
        <pc:sldMkLst>
          <pc:docMk/>
          <pc:sldMk cId="1157273796" sldId="389"/>
        </pc:sldMkLst>
      </pc:sldChg>
      <pc:sldChg chg="addSp delSp modSp add del mod ord">
        <pc:chgData name="종현 김" userId="4e62a0cd71f6508f" providerId="LiveId" clId="{6E62CB57-B7C1-44BE-9515-1C88952032F1}" dt="2026-02-25T15:15:56.562" v="12630" actId="47"/>
        <pc:sldMkLst>
          <pc:docMk/>
          <pc:sldMk cId="1206751006" sldId="390"/>
        </pc:sldMkLst>
      </pc:sldChg>
      <pc:sldChg chg="addSp delSp modSp add del mod">
        <pc:chgData name="종현 김" userId="4e62a0cd71f6508f" providerId="LiveId" clId="{6E62CB57-B7C1-44BE-9515-1C88952032F1}" dt="2026-02-25T15:15:56.082" v="12629" actId="47"/>
        <pc:sldMkLst>
          <pc:docMk/>
          <pc:sldMk cId="2661921521" sldId="391"/>
        </pc:sldMkLst>
      </pc:sldChg>
      <pc:sldChg chg="delSp modSp add del mod">
        <pc:chgData name="종현 김" userId="4e62a0cd71f6508f" providerId="LiveId" clId="{6E62CB57-B7C1-44BE-9515-1C88952032F1}" dt="2026-02-25T15:15:55.275" v="12627" actId="47"/>
        <pc:sldMkLst>
          <pc:docMk/>
          <pc:sldMk cId="2319400663" sldId="392"/>
        </pc:sldMkLst>
      </pc:sldChg>
      <pc:sldChg chg="addSp delSp modSp add del mod">
        <pc:chgData name="종현 김" userId="4e62a0cd71f6508f" providerId="LiveId" clId="{6E62CB57-B7C1-44BE-9515-1C88952032F1}" dt="2026-02-25T15:15:57.566" v="12632" actId="47"/>
        <pc:sldMkLst>
          <pc:docMk/>
          <pc:sldMk cId="1002039441" sldId="393"/>
        </pc:sldMkLst>
      </pc:sldChg>
      <pc:sldChg chg="addSp delSp modSp add del mod">
        <pc:chgData name="종현 김" userId="4e62a0cd71f6508f" providerId="LiveId" clId="{6E62CB57-B7C1-44BE-9515-1C88952032F1}" dt="2026-02-25T15:40:16.706" v="15029" actId="47"/>
        <pc:sldMkLst>
          <pc:docMk/>
          <pc:sldMk cId="1642587962" sldId="394"/>
        </pc:sldMkLst>
      </pc:sldChg>
      <pc:sldChg chg="addSp delSp modSp add mod">
        <pc:chgData name="종현 김" userId="4e62a0cd71f6508f" providerId="LiveId" clId="{6E62CB57-B7C1-44BE-9515-1C88952032F1}" dt="2026-02-25T15:42:02.172" v="15397" actId="20577"/>
        <pc:sldMkLst>
          <pc:docMk/>
          <pc:sldMk cId="1087815635" sldId="395"/>
        </pc:sldMkLst>
        <pc:spChg chg="mod">
          <ac:chgData name="종현 김" userId="4e62a0cd71f6508f" providerId="LiveId" clId="{6E62CB57-B7C1-44BE-9515-1C88952032F1}" dt="2026-02-25T15:42:02.172" v="15397" actId="20577"/>
          <ac:spMkLst>
            <pc:docMk/>
            <pc:sldMk cId="1087815635" sldId="395"/>
            <ac:spMk id="3" creationId="{73183C50-3155-509D-83F1-F3219A0FC847}"/>
          </ac:spMkLst>
        </pc:spChg>
        <pc:spChg chg="mod">
          <ac:chgData name="종현 김" userId="4e62a0cd71f6508f" providerId="LiveId" clId="{6E62CB57-B7C1-44BE-9515-1C88952032F1}" dt="2026-02-25T15:26:16.901" v="12912" actId="20577"/>
          <ac:spMkLst>
            <pc:docMk/>
            <pc:sldMk cId="1087815635" sldId="395"/>
            <ac:spMk id="5" creationId="{0CED69F6-FDAC-90E8-11BD-B2C171CB0259}"/>
          </ac:spMkLst>
        </pc:spChg>
        <pc:picChg chg="add mod">
          <ac:chgData name="종현 김" userId="4e62a0cd71f6508f" providerId="LiveId" clId="{6E62CB57-B7C1-44BE-9515-1C88952032F1}" dt="2026-02-25T15:26:32.107" v="12914" actId="1076"/>
          <ac:picMkLst>
            <pc:docMk/>
            <pc:sldMk cId="1087815635" sldId="395"/>
            <ac:picMk id="6" creationId="{FE53A0FF-57B1-1847-D65A-3CDF534F70CC}"/>
          </ac:picMkLst>
        </pc:picChg>
        <pc:picChg chg="del">
          <ac:chgData name="종현 김" userId="4e62a0cd71f6508f" providerId="LiveId" clId="{6E62CB57-B7C1-44BE-9515-1C88952032F1}" dt="2026-02-25T15:16:04.931" v="12639" actId="478"/>
          <ac:picMkLst>
            <pc:docMk/>
            <pc:sldMk cId="1087815635" sldId="395"/>
            <ac:picMk id="7" creationId="{4D9421DD-B958-E799-ABFA-8A21B747BD90}"/>
          </ac:picMkLst>
        </pc:picChg>
      </pc:sldChg>
      <pc:sldChg chg="addSp delSp modSp add mod">
        <pc:chgData name="종현 김" userId="4e62a0cd71f6508f" providerId="LiveId" clId="{6E62CB57-B7C1-44BE-9515-1C88952032F1}" dt="2026-02-25T15:42:08.630" v="15401" actId="20577"/>
        <pc:sldMkLst>
          <pc:docMk/>
          <pc:sldMk cId="726287113" sldId="396"/>
        </pc:sldMkLst>
        <pc:spChg chg="mod">
          <ac:chgData name="종현 김" userId="4e62a0cd71f6508f" providerId="LiveId" clId="{6E62CB57-B7C1-44BE-9515-1C88952032F1}" dt="2026-02-25T15:42:08.630" v="15401" actId="20577"/>
          <ac:spMkLst>
            <pc:docMk/>
            <pc:sldMk cId="726287113" sldId="396"/>
            <ac:spMk id="3" creationId="{BB936BC9-C606-7A40-EB8E-A207AD8005EF}"/>
          </ac:spMkLst>
        </pc:spChg>
        <pc:spChg chg="mod">
          <ac:chgData name="종현 김" userId="4e62a0cd71f6508f" providerId="LiveId" clId="{6E62CB57-B7C1-44BE-9515-1C88952032F1}" dt="2026-02-25T15:28:42.670" v="13187" actId="20577"/>
          <ac:spMkLst>
            <pc:docMk/>
            <pc:sldMk cId="726287113" sldId="396"/>
            <ac:spMk id="5" creationId="{84EA986A-E40A-7C5F-0FDD-DDF38BDCD80F}"/>
          </ac:spMkLst>
        </pc:spChg>
        <pc:picChg chg="add mod">
          <ac:chgData name="종현 김" userId="4e62a0cd71f6508f" providerId="LiveId" clId="{6E62CB57-B7C1-44BE-9515-1C88952032F1}" dt="2026-02-25T15:28:48.587" v="13188" actId="1076"/>
          <ac:picMkLst>
            <pc:docMk/>
            <pc:sldMk cId="726287113" sldId="396"/>
            <ac:picMk id="6" creationId="{D16C97F7-165E-5FFD-5AF8-E6F98580303E}"/>
          </ac:picMkLst>
        </pc:picChg>
        <pc:picChg chg="del">
          <ac:chgData name="종현 김" userId="4e62a0cd71f6508f" providerId="LiveId" clId="{6E62CB57-B7C1-44BE-9515-1C88952032F1}" dt="2026-02-25T15:27:28.623" v="13100" actId="478"/>
          <ac:picMkLst>
            <pc:docMk/>
            <pc:sldMk cId="726287113" sldId="396"/>
            <ac:picMk id="7" creationId="{A1DF6F5E-F8C3-2C59-3659-AC3F9C094C31}"/>
          </ac:picMkLst>
        </pc:picChg>
      </pc:sldChg>
      <pc:sldChg chg="addSp delSp modSp add mod">
        <pc:chgData name="종현 김" userId="4e62a0cd71f6508f" providerId="LiveId" clId="{6E62CB57-B7C1-44BE-9515-1C88952032F1}" dt="2026-02-25T15:42:12.881" v="15403" actId="20577"/>
        <pc:sldMkLst>
          <pc:docMk/>
          <pc:sldMk cId="118834032" sldId="397"/>
        </pc:sldMkLst>
        <pc:spChg chg="mod">
          <ac:chgData name="종현 김" userId="4e62a0cd71f6508f" providerId="LiveId" clId="{6E62CB57-B7C1-44BE-9515-1C88952032F1}" dt="2026-02-25T15:42:12.881" v="15403" actId="20577"/>
          <ac:spMkLst>
            <pc:docMk/>
            <pc:sldMk cId="118834032" sldId="397"/>
            <ac:spMk id="3" creationId="{27F89F21-BA4F-EB82-12DD-8A47E7B1517C}"/>
          </ac:spMkLst>
        </pc:spChg>
        <pc:spChg chg="mod">
          <ac:chgData name="종현 김" userId="4e62a0cd71f6508f" providerId="LiveId" clId="{6E62CB57-B7C1-44BE-9515-1C88952032F1}" dt="2026-02-25T15:31:14.637" v="13662" actId="20577"/>
          <ac:spMkLst>
            <pc:docMk/>
            <pc:sldMk cId="118834032" sldId="397"/>
            <ac:spMk id="5" creationId="{8959C252-FD5B-7A19-4D33-F20E3461F7D4}"/>
          </ac:spMkLst>
        </pc:spChg>
        <pc:picChg chg="add mod">
          <ac:chgData name="종현 김" userId="4e62a0cd71f6508f" providerId="LiveId" clId="{6E62CB57-B7C1-44BE-9515-1C88952032F1}" dt="2026-02-25T15:31:19.232" v="13663" actId="1076"/>
          <ac:picMkLst>
            <pc:docMk/>
            <pc:sldMk cId="118834032" sldId="397"/>
            <ac:picMk id="6" creationId="{3D572089-D587-5F5E-E623-EB5C02D2F976}"/>
          </ac:picMkLst>
        </pc:picChg>
        <pc:picChg chg="del">
          <ac:chgData name="종현 김" userId="4e62a0cd71f6508f" providerId="LiveId" clId="{6E62CB57-B7C1-44BE-9515-1C88952032F1}" dt="2026-02-25T15:29:14.037" v="13189" actId="478"/>
          <ac:picMkLst>
            <pc:docMk/>
            <pc:sldMk cId="118834032" sldId="397"/>
            <ac:picMk id="7" creationId="{ED47A2AF-3871-3D6D-1A3E-2E663ACB5E55}"/>
          </ac:picMkLst>
        </pc:picChg>
      </pc:sldChg>
      <pc:sldChg chg="addSp delSp modSp add mod">
        <pc:chgData name="종현 김" userId="4e62a0cd71f6508f" providerId="LiveId" clId="{6E62CB57-B7C1-44BE-9515-1C88952032F1}" dt="2026-02-25T15:42:18.646" v="15405" actId="20577"/>
        <pc:sldMkLst>
          <pc:docMk/>
          <pc:sldMk cId="2275451036" sldId="398"/>
        </pc:sldMkLst>
        <pc:spChg chg="mod">
          <ac:chgData name="종현 김" userId="4e62a0cd71f6508f" providerId="LiveId" clId="{6E62CB57-B7C1-44BE-9515-1C88952032F1}" dt="2026-02-25T15:33:50.137" v="13935" actId="20577"/>
          <ac:spMkLst>
            <pc:docMk/>
            <pc:sldMk cId="2275451036" sldId="398"/>
            <ac:spMk id="2" creationId="{252FC11B-37F1-CE6F-EDFE-CE89C8D93F15}"/>
          </ac:spMkLst>
        </pc:spChg>
        <pc:spChg chg="mod">
          <ac:chgData name="종현 김" userId="4e62a0cd71f6508f" providerId="LiveId" clId="{6E62CB57-B7C1-44BE-9515-1C88952032F1}" dt="2026-02-25T15:42:18.646" v="15405" actId="20577"/>
          <ac:spMkLst>
            <pc:docMk/>
            <pc:sldMk cId="2275451036" sldId="398"/>
            <ac:spMk id="3" creationId="{DC4E5D93-AA3C-1211-42D8-E1CE93210E56}"/>
          </ac:spMkLst>
        </pc:spChg>
        <pc:spChg chg="mod">
          <ac:chgData name="종현 김" userId="4e62a0cd71f6508f" providerId="LiveId" clId="{6E62CB57-B7C1-44BE-9515-1C88952032F1}" dt="2026-02-25T15:37:49.362" v="14557" actId="20577"/>
          <ac:spMkLst>
            <pc:docMk/>
            <pc:sldMk cId="2275451036" sldId="398"/>
            <ac:spMk id="5" creationId="{312C27CD-D354-2419-FA9C-C729D5C167F7}"/>
          </ac:spMkLst>
        </pc:spChg>
        <pc:picChg chg="add mod">
          <ac:chgData name="종현 김" userId="4e62a0cd71f6508f" providerId="LiveId" clId="{6E62CB57-B7C1-44BE-9515-1C88952032F1}" dt="2026-02-25T15:33:49.497" v="13933" actId="27614"/>
          <ac:picMkLst>
            <pc:docMk/>
            <pc:sldMk cId="2275451036" sldId="398"/>
            <ac:picMk id="6" creationId="{613630B8-8D4F-A62A-AA0D-6285C4B662FF}"/>
          </ac:picMkLst>
        </pc:picChg>
        <pc:picChg chg="del">
          <ac:chgData name="종현 김" userId="4e62a0cd71f6508f" providerId="LiveId" clId="{6E62CB57-B7C1-44BE-9515-1C88952032F1}" dt="2026-02-25T15:32:45.517" v="13877" actId="478"/>
          <ac:picMkLst>
            <pc:docMk/>
            <pc:sldMk cId="2275451036" sldId="398"/>
            <ac:picMk id="7" creationId="{DB1E06F2-0170-445B-CFE7-E8EAFA2AA19F}"/>
          </ac:picMkLst>
        </pc:picChg>
      </pc:sldChg>
      <pc:sldChg chg="add del">
        <pc:chgData name="종현 김" userId="4e62a0cd71f6508f" providerId="LiveId" clId="{6E62CB57-B7C1-44BE-9515-1C88952032F1}" dt="2026-02-25T15:34:35.286" v="14042" actId="47"/>
        <pc:sldMkLst>
          <pc:docMk/>
          <pc:sldMk cId="1960203034" sldId="399"/>
        </pc:sldMkLst>
      </pc:sldChg>
      <pc:sldChg chg="add del">
        <pc:chgData name="종현 김" userId="4e62a0cd71f6508f" providerId="LiveId" clId="{6E62CB57-B7C1-44BE-9515-1C88952032F1}" dt="2026-02-25T15:34:35.852" v="14043" actId="47"/>
        <pc:sldMkLst>
          <pc:docMk/>
          <pc:sldMk cId="921659332" sldId="400"/>
        </pc:sldMkLst>
      </pc:sldChg>
      <pc:sldChg chg="addSp delSp modSp add mod">
        <pc:chgData name="종현 김" userId="4e62a0cd71f6508f" providerId="LiveId" clId="{6E62CB57-B7C1-44BE-9515-1C88952032F1}" dt="2026-02-25T15:42:05.187" v="15399" actId="20577"/>
        <pc:sldMkLst>
          <pc:docMk/>
          <pc:sldMk cId="960819591" sldId="401"/>
        </pc:sldMkLst>
        <pc:spChg chg="mod">
          <ac:chgData name="종현 김" userId="4e62a0cd71f6508f" providerId="LiveId" clId="{6E62CB57-B7C1-44BE-9515-1C88952032F1}" dt="2026-02-25T15:42:05.187" v="15399" actId="20577"/>
          <ac:spMkLst>
            <pc:docMk/>
            <pc:sldMk cId="960819591" sldId="401"/>
            <ac:spMk id="3" creationId="{23B94162-B3A9-8DCC-91CC-E86B645BD3AC}"/>
          </ac:spMkLst>
        </pc:spChg>
        <pc:spChg chg="mod">
          <ac:chgData name="종현 김" userId="4e62a0cd71f6508f" providerId="LiveId" clId="{6E62CB57-B7C1-44BE-9515-1C88952032F1}" dt="2026-02-25T15:32:33.121" v="13876" actId="20577"/>
          <ac:spMkLst>
            <pc:docMk/>
            <pc:sldMk cId="960819591" sldId="401"/>
            <ac:spMk id="5" creationId="{2C254837-6E61-EE91-BFC7-4A4128DA278F}"/>
          </ac:spMkLst>
        </pc:spChg>
        <pc:picChg chg="del">
          <ac:chgData name="종현 김" userId="4e62a0cd71f6508f" providerId="LiveId" clId="{6E62CB57-B7C1-44BE-9515-1C88952032F1}" dt="2026-02-25T15:31:33.830" v="13665" actId="478"/>
          <ac:picMkLst>
            <pc:docMk/>
            <pc:sldMk cId="960819591" sldId="401"/>
            <ac:picMk id="6" creationId="{5A154244-89D2-E9C1-E91F-A04BE88F3718}"/>
          </ac:picMkLst>
        </pc:picChg>
        <pc:picChg chg="add mod">
          <ac:chgData name="종현 김" userId="4e62a0cd71f6508f" providerId="LiveId" clId="{6E62CB57-B7C1-44BE-9515-1C88952032F1}" dt="2026-02-25T15:31:49.347" v="13669" actId="27614"/>
          <ac:picMkLst>
            <pc:docMk/>
            <pc:sldMk cId="960819591" sldId="401"/>
            <ac:picMk id="7" creationId="{D5672213-A89A-F427-11FF-A368EC000804}"/>
          </ac:picMkLst>
        </pc:picChg>
      </pc:sldChg>
      <pc:sldChg chg="addSp delSp modSp add mod">
        <pc:chgData name="종현 김" userId="4e62a0cd71f6508f" providerId="LiveId" clId="{6E62CB57-B7C1-44BE-9515-1C88952032F1}" dt="2026-02-25T15:42:23.119" v="15408" actId="20577"/>
        <pc:sldMkLst>
          <pc:docMk/>
          <pc:sldMk cId="1793648889" sldId="402"/>
        </pc:sldMkLst>
        <pc:spChg chg="mod">
          <ac:chgData name="종현 김" userId="4e62a0cd71f6508f" providerId="LiveId" clId="{6E62CB57-B7C1-44BE-9515-1C88952032F1}" dt="2026-02-25T15:42:23.119" v="15408" actId="20577"/>
          <ac:spMkLst>
            <pc:docMk/>
            <pc:sldMk cId="1793648889" sldId="402"/>
            <ac:spMk id="3" creationId="{51CCBE79-6155-B7A9-EF66-82810751CF0D}"/>
          </ac:spMkLst>
        </pc:spChg>
        <pc:spChg chg="mod">
          <ac:chgData name="종현 김" userId="4e62a0cd71f6508f" providerId="LiveId" clId="{6E62CB57-B7C1-44BE-9515-1C88952032F1}" dt="2026-02-25T15:35:45.639" v="14249" actId="20577"/>
          <ac:spMkLst>
            <pc:docMk/>
            <pc:sldMk cId="1793648889" sldId="402"/>
            <ac:spMk id="5" creationId="{8F2FE36F-8ABB-276D-784D-03C5D2490F1F}"/>
          </ac:spMkLst>
        </pc:spChg>
        <pc:picChg chg="del">
          <ac:chgData name="종현 김" userId="4e62a0cd71f6508f" providerId="LiveId" clId="{6E62CB57-B7C1-44BE-9515-1C88952032F1}" dt="2026-02-25T15:34:39.277" v="14046" actId="478"/>
          <ac:picMkLst>
            <pc:docMk/>
            <pc:sldMk cId="1793648889" sldId="402"/>
            <ac:picMk id="6" creationId="{9062CF03-A1A5-6D15-7B78-E1271CC5D3C8}"/>
          </ac:picMkLst>
        </pc:picChg>
        <pc:picChg chg="add mod">
          <ac:chgData name="종현 김" userId="4e62a0cd71f6508f" providerId="LiveId" clId="{6E62CB57-B7C1-44BE-9515-1C88952032F1}" dt="2026-02-25T15:35:00.011" v="14053" actId="14100"/>
          <ac:picMkLst>
            <pc:docMk/>
            <pc:sldMk cId="1793648889" sldId="402"/>
            <ac:picMk id="7" creationId="{05D40D4F-1313-1143-AB11-AB8CFEF2208F}"/>
          </ac:picMkLst>
        </pc:picChg>
      </pc:sldChg>
      <pc:sldChg chg="addSp delSp modSp add mod">
        <pc:chgData name="종현 김" userId="4e62a0cd71f6508f" providerId="LiveId" clId="{6E62CB57-B7C1-44BE-9515-1C88952032F1}" dt="2026-02-25T15:42:27.214" v="15411" actId="20577"/>
        <pc:sldMkLst>
          <pc:docMk/>
          <pc:sldMk cId="1691114093" sldId="403"/>
        </pc:sldMkLst>
        <pc:spChg chg="mod">
          <ac:chgData name="종현 김" userId="4e62a0cd71f6508f" providerId="LiveId" clId="{6E62CB57-B7C1-44BE-9515-1C88952032F1}" dt="2026-02-25T15:42:27.214" v="15411" actId="20577"/>
          <ac:spMkLst>
            <pc:docMk/>
            <pc:sldMk cId="1691114093" sldId="403"/>
            <ac:spMk id="3" creationId="{B24D8B91-6F63-1B51-2769-4BDD3D0E415D}"/>
          </ac:spMkLst>
        </pc:spChg>
        <pc:spChg chg="mod">
          <ac:chgData name="종현 김" userId="4e62a0cd71f6508f" providerId="LiveId" clId="{6E62CB57-B7C1-44BE-9515-1C88952032F1}" dt="2026-02-25T15:37:34.580" v="14491" actId="20577"/>
          <ac:spMkLst>
            <pc:docMk/>
            <pc:sldMk cId="1691114093" sldId="403"/>
            <ac:spMk id="5" creationId="{A32D2502-B913-76FD-50FE-1EC2431CC004}"/>
          </ac:spMkLst>
        </pc:spChg>
        <pc:picChg chg="del">
          <ac:chgData name="종현 김" userId="4e62a0cd71f6508f" providerId="LiveId" clId="{6E62CB57-B7C1-44BE-9515-1C88952032F1}" dt="2026-02-25T15:35:51.098" v="14250" actId="478"/>
          <ac:picMkLst>
            <pc:docMk/>
            <pc:sldMk cId="1691114093" sldId="403"/>
            <ac:picMk id="6" creationId="{4B8F5A66-D357-40AB-982B-5700EC9E219B}"/>
          </ac:picMkLst>
        </pc:picChg>
        <pc:picChg chg="add mod">
          <ac:chgData name="종현 김" userId="4e62a0cd71f6508f" providerId="LiveId" clId="{6E62CB57-B7C1-44BE-9515-1C88952032F1}" dt="2026-02-25T15:36:15.366" v="14259" actId="1076"/>
          <ac:picMkLst>
            <pc:docMk/>
            <pc:sldMk cId="1691114093" sldId="403"/>
            <ac:picMk id="7" creationId="{928C580A-1412-CB85-411B-769ED8BD2A18}"/>
          </ac:picMkLst>
        </pc:picChg>
      </pc:sldChg>
      <pc:sldChg chg="addSp delSp modSp add mod">
        <pc:chgData name="종현 김" userId="4e62a0cd71f6508f" providerId="LiveId" clId="{6E62CB57-B7C1-44BE-9515-1C88952032F1}" dt="2026-02-25T15:42:31.354" v="15414" actId="20577"/>
        <pc:sldMkLst>
          <pc:docMk/>
          <pc:sldMk cId="375756780" sldId="404"/>
        </pc:sldMkLst>
        <pc:spChg chg="mod">
          <ac:chgData name="종현 김" userId="4e62a0cd71f6508f" providerId="LiveId" clId="{6E62CB57-B7C1-44BE-9515-1C88952032F1}" dt="2026-02-25T15:42:31.354" v="15414" actId="20577"/>
          <ac:spMkLst>
            <pc:docMk/>
            <pc:sldMk cId="375756780" sldId="404"/>
            <ac:spMk id="3" creationId="{7DFAD391-1ECC-7EA2-7F7A-6880EBC4B718}"/>
          </ac:spMkLst>
        </pc:spChg>
        <pc:spChg chg="mod">
          <ac:chgData name="종현 김" userId="4e62a0cd71f6508f" providerId="LiveId" clId="{6E62CB57-B7C1-44BE-9515-1C88952032F1}" dt="2026-02-25T15:39:54.845" v="15025" actId="20577"/>
          <ac:spMkLst>
            <pc:docMk/>
            <pc:sldMk cId="375756780" sldId="404"/>
            <ac:spMk id="5" creationId="{52E94648-4B7D-3FB5-D076-65F19BA8E761}"/>
          </ac:spMkLst>
        </pc:spChg>
        <pc:picChg chg="add mod">
          <ac:chgData name="종현 김" userId="4e62a0cd71f6508f" providerId="LiveId" clId="{6E62CB57-B7C1-44BE-9515-1C88952032F1}" dt="2026-02-25T15:38:25.056" v="14571" actId="1076"/>
          <ac:picMkLst>
            <pc:docMk/>
            <pc:sldMk cId="375756780" sldId="404"/>
            <ac:picMk id="6" creationId="{FF4D4609-90F9-663B-959A-50047E482E71}"/>
          </ac:picMkLst>
        </pc:picChg>
        <pc:picChg chg="del">
          <ac:chgData name="종현 김" userId="4e62a0cd71f6508f" providerId="LiveId" clId="{6E62CB57-B7C1-44BE-9515-1C88952032F1}" dt="2026-02-25T15:37:56.201" v="14559" actId="478"/>
          <ac:picMkLst>
            <pc:docMk/>
            <pc:sldMk cId="375756780" sldId="404"/>
            <ac:picMk id="7" creationId="{278A5ADF-63D0-BAAA-116D-AEDC7FEAA7A1}"/>
          </ac:picMkLst>
        </pc:picChg>
        <pc:picChg chg="add mod">
          <ac:chgData name="종현 김" userId="4e62a0cd71f6508f" providerId="LiveId" clId="{6E62CB57-B7C1-44BE-9515-1C88952032F1}" dt="2026-02-25T15:38:19.574" v="14568" actId="1076"/>
          <ac:picMkLst>
            <pc:docMk/>
            <pc:sldMk cId="375756780" sldId="404"/>
            <ac:picMk id="9" creationId="{BA978FDB-B53E-710C-0DC1-18C347C20973}"/>
          </ac:picMkLst>
        </pc:picChg>
      </pc:sldChg>
      <pc:sldChg chg="add del">
        <pc:chgData name="종현 김" userId="4e62a0cd71f6508f" providerId="LiveId" clId="{6E62CB57-B7C1-44BE-9515-1C88952032F1}" dt="2026-02-25T15:40:15.785" v="15028" actId="47"/>
        <pc:sldMkLst>
          <pc:docMk/>
          <pc:sldMk cId="2278030709" sldId="405"/>
        </pc:sldMkLst>
      </pc:sldChg>
      <pc:sldChg chg="modSp add mod">
        <pc:chgData name="종현 김" userId="4e62a0cd71f6508f" providerId="LiveId" clId="{6E62CB57-B7C1-44BE-9515-1C88952032F1}" dt="2026-02-25T15:42:37.971" v="15417" actId="20577"/>
        <pc:sldMkLst>
          <pc:docMk/>
          <pc:sldMk cId="2582108890" sldId="406"/>
        </pc:sldMkLst>
        <pc:spChg chg="mod">
          <ac:chgData name="종현 김" userId="4e62a0cd71f6508f" providerId="LiveId" clId="{6E62CB57-B7C1-44BE-9515-1C88952032F1}" dt="2026-02-25T15:40:20.897" v="15036"/>
          <ac:spMkLst>
            <pc:docMk/>
            <pc:sldMk cId="2582108890" sldId="406"/>
            <ac:spMk id="2" creationId="{DC5446B5-E63A-C312-C075-0AE4E99FC15A}"/>
          </ac:spMkLst>
        </pc:spChg>
        <pc:spChg chg="mod">
          <ac:chgData name="종현 김" userId="4e62a0cd71f6508f" providerId="LiveId" clId="{6E62CB57-B7C1-44BE-9515-1C88952032F1}" dt="2026-02-25T15:42:37.971" v="15417" actId="20577"/>
          <ac:spMkLst>
            <pc:docMk/>
            <pc:sldMk cId="2582108890" sldId="406"/>
            <ac:spMk id="3" creationId="{8671A81A-FF4A-286F-57C2-E0934DFCF667}"/>
          </ac:spMkLst>
        </pc:spChg>
        <pc:spChg chg="mod">
          <ac:chgData name="종현 김" userId="4e62a0cd71f6508f" providerId="LiveId" clId="{6E62CB57-B7C1-44BE-9515-1C88952032F1}" dt="2026-02-25T15:41:52.103" v="15395" actId="1076"/>
          <ac:spMkLst>
            <pc:docMk/>
            <pc:sldMk cId="2582108890" sldId="406"/>
            <ac:spMk id="5" creationId="{D397A2E1-25B6-421D-5214-461A237078B4}"/>
          </ac:spMkLst>
        </pc:spChg>
      </pc:sldChg>
      <pc:sldChg chg="addSp delSp modSp add mod">
        <pc:chgData name="종현 김" userId="4e62a0cd71f6508f" providerId="LiveId" clId="{6E62CB57-B7C1-44BE-9515-1C88952032F1}" dt="2026-02-25T15:59:20.714" v="15781" actId="20577"/>
        <pc:sldMkLst>
          <pc:docMk/>
          <pc:sldMk cId="294129878" sldId="407"/>
        </pc:sldMkLst>
        <pc:spChg chg="mod">
          <ac:chgData name="종현 김" userId="4e62a0cd71f6508f" providerId="LiveId" clId="{6E62CB57-B7C1-44BE-9515-1C88952032F1}" dt="2026-02-25T15:52:34.612" v="15456" actId="20577"/>
          <ac:spMkLst>
            <pc:docMk/>
            <pc:sldMk cId="294129878" sldId="407"/>
            <ac:spMk id="2" creationId="{EF1666D7-5C63-1629-3F10-3AAB3DD9A735}"/>
          </ac:spMkLst>
        </pc:spChg>
        <pc:spChg chg="mod">
          <ac:chgData name="종현 김" userId="4e62a0cd71f6508f" providerId="LiveId" clId="{6E62CB57-B7C1-44BE-9515-1C88952032F1}" dt="2026-02-25T15:58:21.383" v="15737" actId="20577"/>
          <ac:spMkLst>
            <pc:docMk/>
            <pc:sldMk cId="294129878" sldId="407"/>
            <ac:spMk id="3" creationId="{3421C3F6-CCA4-3F8A-C9C1-6753ECAF4D4D}"/>
          </ac:spMkLst>
        </pc:spChg>
        <pc:spChg chg="mod">
          <ac:chgData name="종현 김" userId="4e62a0cd71f6508f" providerId="LiveId" clId="{6E62CB57-B7C1-44BE-9515-1C88952032F1}" dt="2026-02-25T15:59:20.714" v="15781" actId="20577"/>
          <ac:spMkLst>
            <pc:docMk/>
            <pc:sldMk cId="294129878" sldId="407"/>
            <ac:spMk id="5" creationId="{B056A473-3533-1A01-E382-11E4E2860DF9}"/>
          </ac:spMkLst>
        </pc:spChg>
        <pc:picChg chg="del">
          <ac:chgData name="종현 김" userId="4e62a0cd71f6508f" providerId="LiveId" clId="{6E62CB57-B7C1-44BE-9515-1C88952032F1}" dt="2026-02-25T15:52:37.488" v="15458" actId="478"/>
          <ac:picMkLst>
            <pc:docMk/>
            <pc:sldMk cId="294129878" sldId="407"/>
            <ac:picMk id="6" creationId="{6A82F51F-FB31-711B-4BCC-9A7D04F03058}"/>
          </ac:picMkLst>
        </pc:picChg>
        <pc:picChg chg="add mod">
          <ac:chgData name="종현 김" userId="4e62a0cd71f6508f" providerId="LiveId" clId="{6E62CB57-B7C1-44BE-9515-1C88952032F1}" dt="2026-02-25T15:53:57.632" v="15483" actId="1076"/>
          <ac:picMkLst>
            <pc:docMk/>
            <pc:sldMk cId="294129878" sldId="407"/>
            <ac:picMk id="7" creationId="{4B0804F7-7875-1D92-2418-A47B51A6B169}"/>
          </ac:picMkLst>
        </pc:picChg>
        <pc:picChg chg="del">
          <ac:chgData name="종현 김" userId="4e62a0cd71f6508f" providerId="LiveId" clId="{6E62CB57-B7C1-44BE-9515-1C88952032F1}" dt="2026-02-25T15:52:37.173" v="15457" actId="478"/>
          <ac:picMkLst>
            <pc:docMk/>
            <pc:sldMk cId="294129878" sldId="407"/>
            <ac:picMk id="9" creationId="{E3942021-5E3B-21D2-FB49-43B97B168EBF}"/>
          </ac:picMkLst>
        </pc:picChg>
        <pc:picChg chg="add mod">
          <ac:chgData name="종현 김" userId="4e62a0cd71f6508f" providerId="LiveId" clId="{6E62CB57-B7C1-44BE-9515-1C88952032F1}" dt="2026-02-25T15:54:04.668" v="15486" actId="1076"/>
          <ac:picMkLst>
            <pc:docMk/>
            <pc:sldMk cId="294129878" sldId="407"/>
            <ac:picMk id="10" creationId="{2007DEA0-B72E-D9E7-2862-32FEF277AA86}"/>
          </ac:picMkLst>
        </pc:picChg>
        <pc:picChg chg="add mod">
          <ac:chgData name="종현 김" userId="4e62a0cd71f6508f" providerId="LiveId" clId="{6E62CB57-B7C1-44BE-9515-1C88952032F1}" dt="2026-02-25T15:53:56.386" v="15482" actId="962"/>
          <ac:picMkLst>
            <pc:docMk/>
            <pc:sldMk cId="294129878" sldId="407"/>
            <ac:picMk id="12" creationId="{E89E0197-3F68-E835-0B7D-E0E60388CB0B}"/>
          </ac:picMkLst>
        </pc:picChg>
        <pc:picChg chg="add del mod modCrop">
          <ac:chgData name="종현 김" userId="4e62a0cd71f6508f" providerId="LiveId" clId="{6E62CB57-B7C1-44BE-9515-1C88952032F1}" dt="2026-02-25T15:57:08.076" v="15629" actId="732"/>
          <ac:picMkLst>
            <pc:docMk/>
            <pc:sldMk cId="294129878" sldId="407"/>
            <ac:picMk id="14" creationId="{D5A959E1-3E79-94F8-1FCB-F7DCFA0695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804E-B716-D0B8-F263-2E8BC6C3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C0B8F-8F02-1225-3BDA-672EE5D3B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A7692-3A0C-BBAC-409B-8EA5EA270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3DFC5-0344-E221-4DCC-230993FE0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715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E80F-084E-AB17-2FF1-9933C223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CDA68E-5C03-1DBC-A8E0-A34F22509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AC82FC-7509-2647-4D83-2D5B4963C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3332B8-D351-62BE-03A2-D602695EE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558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9FDF-C2B9-D25B-0A80-9CB673D1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899D34-634E-A9A1-30E2-70E40ED2F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EDB9FB-455E-B1A5-76DD-F3023B30B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AB731E-C18A-9E7F-EDE3-4CADBEBB2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580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185D-E599-41A8-D851-3258CD19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0C1005-AE64-15F4-00F4-9457A7EEB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916C5B-8B2C-9739-CB15-67E0CB37B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7A62D2-5072-1296-5A48-FDB521E1F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995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8B79-0142-C71F-8BCC-02CB922E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9895F-96EC-0F4A-5AE3-B6D96D3D5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82C2F9-E982-4571-2953-670D055B1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846FF-1544-A210-B920-A6E3F2EC7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741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B95F-03DA-85BD-D952-1CCD26D4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6081B-D26E-4D65-E941-7CA5E131F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02ACD9-BFA3-3A13-0665-DCBEBB085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E4288D-4025-2A1D-F225-15C1E515A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427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40D4-E84D-FF58-CDD5-E0A483BD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25FCD7-3E19-0962-F688-6C26DF64F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D5CEC7-CED5-C46A-158B-471AA4AEA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5C1DAB-3CAA-2EF1-8396-D52790502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66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C4D1-5536-AC35-BBE4-027235ED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7722FA-CC3D-3FC8-02E2-57BE4DD45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53314E-39A6-2E36-EA8C-EAA33444E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FA701-96B4-62A3-F5A8-2D67EF21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185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C873-B393-19A5-0F74-4EEAA93A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DF85ED-8421-39BB-056A-9B26EEAA3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DF2F55-063C-9E4A-DCC8-1EBC5B290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AA78D-BD7F-4CB3-00E4-E9D25F5E1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867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AFD7-33C6-126D-367A-14C4D425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2FD9FE-FB9F-2453-7FBA-18144A3B7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6D7DC3-C1A0-3014-0F89-2B14B358E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938112-D50B-103F-B946-19065CBC0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551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F141-EB4E-0E07-2CF8-81E8A905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945778-14A3-F174-7068-89F315F0C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429331-249D-2666-4462-BB4C62105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D067D-BA24-114C-C9A6-E845EEF96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007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2057400"/>
            <a:ext cx="9466662" cy="830558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b="1" dirty="0"/>
              <a:t>실시간 번역기 개선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2026-02-26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어떻게 개선을 했는지 </a:t>
            </a:r>
            <a:br>
              <a:rPr lang="en-US" altLang="ko-KR" dirty="0"/>
            </a:b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결과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3F11-2436-5C61-BF56-B28933BF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74462-FE98-741B-07BD-9ED2CE65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선정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FD46-211A-EF3D-7AC9-907E604D5E8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52D0-F6B1-D2CE-B288-27FBFEB8840D}"/>
              </a:ext>
            </a:extLst>
          </p:cNvPr>
          <p:cNvSpPr txBox="1"/>
          <p:nvPr/>
        </p:nvSpPr>
        <p:spPr>
          <a:xfrm>
            <a:off x="6942014" y="2370857"/>
            <a:ext cx="4493538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저번 발표에서 로컬 </a:t>
            </a:r>
            <a:r>
              <a:rPr lang="en-US" altLang="ko-KR" dirty="0" err="1"/>
              <a:t>llm</a:t>
            </a:r>
            <a:r>
              <a:rPr lang="ko-KR" altLang="en-US" dirty="0"/>
              <a:t>을 활용한 </a:t>
            </a:r>
            <a:br>
              <a:rPr lang="en-US" altLang="ko-KR" dirty="0"/>
            </a:br>
            <a:r>
              <a:rPr lang="ko-KR" altLang="en-US" dirty="0"/>
              <a:t>실시간 번역기에 대해 만들었습니다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프롬프트가 제대로 먹히지 않는</a:t>
            </a:r>
            <a:br>
              <a:rPr lang="en-US" altLang="ko-KR" dirty="0"/>
            </a:br>
            <a:r>
              <a:rPr lang="ko-KR" altLang="en-US" dirty="0"/>
              <a:t>문제가 있었습니다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BC3375-8B2C-C69C-CCA6-F95C92091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1"/>
          <a:stretch>
            <a:fillRect/>
          </a:stretch>
        </p:blipFill>
        <p:spPr>
          <a:xfrm>
            <a:off x="787094" y="2370857"/>
            <a:ext cx="4757048" cy="236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9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3618-C761-88D4-6706-AFC6B736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1CC4D-85E6-B2CF-B4D7-394C3BFE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개선을 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3EEBD-D02C-1AEA-127F-D8B4451E8C6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B4C55-1162-D746-DEF4-7B495D90A807}"/>
              </a:ext>
            </a:extLst>
          </p:cNvPr>
          <p:cNvSpPr txBox="1"/>
          <p:nvPr/>
        </p:nvSpPr>
        <p:spPr>
          <a:xfrm>
            <a:off x="6719500" y="2370857"/>
            <a:ext cx="4411785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두가지 방법이 있었습니다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어떻게든</a:t>
            </a:r>
            <a:r>
              <a:rPr lang="ko-KR" altLang="en-US" dirty="0"/>
              <a:t> 프롬프트를 고정시키는 방법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학습을 통해 번역을 교정하는 방법 </a:t>
            </a:r>
            <a:endParaRPr lang="en-US" altLang="ko-KR" dirty="0"/>
          </a:p>
        </p:txBody>
      </p:sp>
      <p:pic>
        <p:nvPicPr>
          <p:cNvPr id="4" name="그림 3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6C034E-C91A-CD3A-82D3-FFF687340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6062"/>
            <a:ext cx="5458272" cy="363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5447-544B-5CC2-413D-60B037C1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F666D-DC6F-0473-970D-77E471F14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개선을 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83C50-3155-509D-83F1-F3219A0FC847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D69F6-FDAC-90E8-11BD-B2C171CB0259}"/>
              </a:ext>
            </a:extLst>
          </p:cNvPr>
          <p:cNvSpPr txBox="1"/>
          <p:nvPr/>
        </p:nvSpPr>
        <p:spPr>
          <a:xfrm>
            <a:off x="6719500" y="2370857"/>
            <a:ext cx="4724370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프롬프트는 찾아보니까 방법이 하나 존재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시스템 프롬프트를 고정시키는 방법이 </a:t>
            </a:r>
            <a:br>
              <a:rPr lang="en-US" altLang="ko-KR" dirty="0"/>
            </a:br>
            <a:r>
              <a:rPr lang="ko-KR" altLang="en-US" dirty="0"/>
              <a:t>있었습니다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Api</a:t>
            </a:r>
            <a:r>
              <a:rPr lang="ko-KR" altLang="en-US" dirty="0"/>
              <a:t>로 </a:t>
            </a:r>
            <a:r>
              <a:rPr lang="ko-KR" altLang="en-US" dirty="0" err="1"/>
              <a:t>보낼때</a:t>
            </a:r>
            <a:r>
              <a:rPr lang="ko-KR" altLang="en-US" dirty="0"/>
              <a:t> 프롬프트도 같이 고정하여 </a:t>
            </a:r>
            <a:br>
              <a:rPr lang="en-US" altLang="ko-KR" dirty="0"/>
            </a:br>
            <a:r>
              <a:rPr lang="ko-KR" altLang="en-US" dirty="0"/>
              <a:t>전송</a:t>
            </a:r>
            <a:endParaRPr lang="en-US" altLang="ko-KR" dirty="0"/>
          </a:p>
        </p:txBody>
      </p:sp>
      <p:pic>
        <p:nvPicPr>
          <p:cNvPr id="6" name="그림 5" descr="The provided text appears to be a snippet of a code or configuration file for a translation system, which includes a function to insert a system message at the beginning of a list of user messages, followed by a payload dictionary that contains various settings for the translation process.&#10;&#10;AI 생성 콘텐츠는 정확하지 않을 수 있습니다.">
            <a:extLst>
              <a:ext uri="{FF2B5EF4-FFF2-40B4-BE49-F238E27FC236}">
                <a16:creationId xmlns:a16="http://schemas.microsoft.com/office/drawing/2014/main" id="{FE53A0FF-57B1-1847-D65A-3CDF534F7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9293"/>
            <a:ext cx="5477639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1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EA6F-D75D-48B3-E540-7EC98F9F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E4917-7C43-7D75-C5B6-C0697586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개선을 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94162-B3A9-8DCC-91CC-E86B645BD3AC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54837-6E61-EE91-BFC7-4A4128DA278F}"/>
              </a:ext>
            </a:extLst>
          </p:cNvPr>
          <p:cNvSpPr txBox="1"/>
          <p:nvPr/>
        </p:nvSpPr>
        <p:spPr>
          <a:xfrm>
            <a:off x="6719500" y="2370857"/>
            <a:ext cx="4575291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방법은 정말 간단하지만 효과는 확실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여기서는 제대로 되는지 확인하기 위해 </a:t>
            </a:r>
            <a:br>
              <a:rPr lang="en-US" altLang="ko-KR" dirty="0"/>
            </a:br>
            <a:r>
              <a:rPr lang="ko-KR" altLang="en-US" dirty="0"/>
              <a:t>임의로 단어를 넣었습니다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제대로 작동</a:t>
            </a:r>
            <a:endParaRPr lang="en-US" altLang="ko-KR" dirty="0"/>
          </a:p>
        </p:txBody>
      </p:sp>
      <p:pic>
        <p:nvPicPr>
          <p:cNvPr id="7" name="그림 6" descr="Transformer architecture.&#10;&#10;AI 생성 콘텐츠는 정확하지 않을 수 있습니다.">
            <a:extLst>
              <a:ext uri="{FF2B5EF4-FFF2-40B4-BE49-F238E27FC236}">
                <a16:creationId xmlns:a16="http://schemas.microsoft.com/office/drawing/2014/main" id="{D5672213-A89A-F427-11FF-A368EC000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824078"/>
            <a:ext cx="5135247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1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2F0A-10B3-B218-6FEE-283F6382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CC63A-FCA7-A37C-C82F-088F6710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개선을 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36BC9-C606-7A40-EB8E-A207AD8005EF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A986A-E40A-7C5F-0FDD-DDF38BDCD80F}"/>
              </a:ext>
            </a:extLst>
          </p:cNvPr>
          <p:cNvSpPr txBox="1"/>
          <p:nvPr/>
        </p:nvSpPr>
        <p:spPr>
          <a:xfrm>
            <a:off x="6719500" y="2370857"/>
            <a:ext cx="4365298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학습의 경우에는 논문의 문장을 활용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여러 문장들은 어떤 식으로 번역을 </a:t>
            </a:r>
            <a:br>
              <a:rPr lang="en-US" altLang="ko-KR" dirty="0"/>
            </a:br>
            <a:r>
              <a:rPr lang="ko-KR" altLang="en-US" dirty="0" err="1"/>
              <a:t>해야한다</a:t>
            </a:r>
            <a:r>
              <a:rPr lang="ko-KR" altLang="en-US" dirty="0"/>
              <a:t> 길잡이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 </a:t>
            </a:r>
            <a:r>
              <a:rPr lang="en-US" altLang="ko-KR" dirty="0"/>
              <a:t>5000</a:t>
            </a:r>
            <a:r>
              <a:rPr lang="ko-KR" altLang="en-US" dirty="0"/>
              <a:t>줄 </a:t>
            </a:r>
            <a:r>
              <a:rPr lang="en-US" altLang="ko-KR" dirty="0"/>
              <a:t>+ </a:t>
            </a:r>
            <a:r>
              <a:rPr lang="ko-KR" altLang="en-US" dirty="0" err="1"/>
              <a:t>재학습</a:t>
            </a:r>
            <a:r>
              <a:rPr lang="ko-KR" altLang="en-US" dirty="0"/>
              <a:t> </a:t>
            </a:r>
            <a:r>
              <a:rPr lang="en-US" altLang="ko-KR" dirty="0"/>
              <a:t>2000</a:t>
            </a:r>
            <a:r>
              <a:rPr lang="ko-KR" altLang="en-US" dirty="0"/>
              <a:t>줄 문장</a:t>
            </a:r>
            <a:endParaRPr lang="en-US" altLang="ko-KR" dirty="0"/>
          </a:p>
        </p:txBody>
      </p:sp>
      <p:pic>
        <p:nvPicPr>
          <p:cNvPr id="6" name="그림 5" descr="A screen displaying a software interface with various text and code snippets, including JSON data and translation instructions.&#10;&#10;AI 생성 콘텐츠는 정확하지 않을 수 있습니다.">
            <a:extLst>
              <a:ext uri="{FF2B5EF4-FFF2-40B4-BE49-F238E27FC236}">
                <a16:creationId xmlns:a16="http://schemas.microsoft.com/office/drawing/2014/main" id="{D16C97F7-165E-5FFD-5AF8-E6F985803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4062"/>
            <a:ext cx="5257800" cy="311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8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7F736-622E-CE86-9709-D63EC7A8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E9101-B026-7344-E186-78213FE7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개선을 했나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89F21-BA4F-EB82-12DD-8A47E7B1517C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C252-FD5B-7A19-4D33-F20E3461F7D4}"/>
              </a:ext>
            </a:extLst>
          </p:cNvPr>
          <p:cNvSpPr txBox="1"/>
          <p:nvPr/>
        </p:nvSpPr>
        <p:spPr>
          <a:xfrm>
            <a:off x="6719500" y="2370857"/>
            <a:ext cx="4657044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정말 많은 시도가 있었습니다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번역이 제대로 안되기도 하고 </a:t>
            </a:r>
            <a:br>
              <a:rPr lang="en-US" altLang="ko-KR" dirty="0"/>
            </a:br>
            <a:r>
              <a:rPr lang="ko-KR" altLang="en-US" dirty="0"/>
              <a:t>교정이 안되는 등 문제가 많았습니다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학습에 시간이 오래 걸리는 것 또한 단점</a:t>
            </a:r>
            <a:endParaRPr lang="en-US" altLang="ko-KR" dirty="0"/>
          </a:p>
        </p:txBody>
      </p:sp>
      <p:pic>
        <p:nvPicPr>
          <p:cNvPr id="6" name="그림 5" descr="The image displays a list of text entries related to 'rosetta' and 'train', each with the same numerical value of 3.9B.&#10;&#10;AI 생성 콘텐츠는 정확하지 않을 수 있습니다.">
            <a:extLst>
              <a:ext uri="{FF2B5EF4-FFF2-40B4-BE49-F238E27FC236}">
                <a16:creationId xmlns:a16="http://schemas.microsoft.com/office/drawing/2014/main" id="{3D572089-D587-5F5E-E623-EB5C02D2F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85920"/>
            <a:ext cx="4982270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F392-04E0-4FA7-9AC7-2CF122B8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FC11B-37F1-CE6F-EDFE-CE89C8D9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E5D93-AA3C-1211-42D8-E1CE93210E56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C27CD-D354-2419-FA9C-C729D5C167F7}"/>
              </a:ext>
            </a:extLst>
          </p:cNvPr>
          <p:cNvSpPr txBox="1"/>
          <p:nvPr/>
        </p:nvSpPr>
        <p:spPr>
          <a:xfrm>
            <a:off x="6719500" y="2370857"/>
            <a:ext cx="3997826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우선 가장 기본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Attention</a:t>
            </a:r>
            <a:r>
              <a:rPr lang="ko-KR" altLang="en-US" dirty="0"/>
              <a:t>을 주의로 번역하는 모습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대체적으로 번역은 잘해줍니다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6" name="그림 5" descr="The image depicts a neural network architecture, specifically a Transformer model, used for machine translation tasks, achieving high BLEU scores.&#10;&#10;AI 생성 콘텐츠는 정확하지 않을 수 있습니다.">
            <a:extLst>
              <a:ext uri="{FF2B5EF4-FFF2-40B4-BE49-F238E27FC236}">
                <a16:creationId xmlns:a16="http://schemas.microsoft.com/office/drawing/2014/main" id="{613630B8-8D4F-A62A-AA0D-6285C4B66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0102"/>
            <a:ext cx="5490213" cy="270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5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95091-BD5A-226D-F322-ABAC2163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FC73F-8EE8-0845-8506-CEFA454F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CBE79-6155-B7A9-EF66-82810751CF0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FE36F-8ABB-276D-784D-03C5D2490F1F}"/>
              </a:ext>
            </a:extLst>
          </p:cNvPr>
          <p:cNvSpPr txBox="1"/>
          <p:nvPr/>
        </p:nvSpPr>
        <p:spPr>
          <a:xfrm>
            <a:off x="6719500" y="2370857"/>
            <a:ext cx="4724370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프롬프트 적용한 버전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어텐션</a:t>
            </a:r>
            <a:r>
              <a:rPr lang="ko-KR" altLang="en-US" dirty="0"/>
              <a:t> </a:t>
            </a:r>
            <a:r>
              <a:rPr lang="ko-KR" altLang="en-US" dirty="0" err="1"/>
              <a:t>매커니즘이나</a:t>
            </a:r>
            <a:r>
              <a:rPr lang="ko-KR" altLang="en-US" dirty="0"/>
              <a:t> 순환 신경망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이러한 부분들처럼 원하는 프롬프트대로 </a:t>
            </a:r>
            <a:br>
              <a:rPr lang="en-US" altLang="ko-KR" dirty="0"/>
            </a:br>
            <a:r>
              <a:rPr lang="ko-KR" altLang="en-US" dirty="0"/>
              <a:t>번역하도록 가능</a:t>
            </a:r>
            <a:endParaRPr lang="en-US" altLang="ko-KR" dirty="0"/>
          </a:p>
        </p:txBody>
      </p:sp>
      <p:pic>
        <p:nvPicPr>
          <p:cNvPr id="7" name="그림 6" descr="The image shows a complex neural network architecture, specifically the Transformer model, used for machine translation tasks, which has shown significant improvements in performance over previous models.&#10;&#10;AI 생성 콘텐츠는 정확하지 않을 수 있습니다.">
            <a:extLst>
              <a:ext uri="{FF2B5EF4-FFF2-40B4-BE49-F238E27FC236}">
                <a16:creationId xmlns:a16="http://schemas.microsoft.com/office/drawing/2014/main" id="{05D40D4F-1313-1143-AB11-AB8CFEF22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1361"/>
            <a:ext cx="5494342" cy="27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4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9147-D851-0B53-FFC3-839AC96E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59153-5CD3-98F5-CEEC-AA43EAAF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D8B91-6F63-1B51-2769-4BDD3D0E415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D2502-B913-76FD-50FE-1EC2431CC004}"/>
              </a:ext>
            </a:extLst>
          </p:cNvPr>
          <p:cNvSpPr txBox="1"/>
          <p:nvPr/>
        </p:nvSpPr>
        <p:spPr>
          <a:xfrm>
            <a:off x="6719500" y="2370857"/>
            <a:ext cx="5118709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학습을 한 버전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어텐션</a:t>
            </a:r>
            <a:r>
              <a:rPr lang="ko-KR" altLang="en-US" dirty="0"/>
              <a:t> </a:t>
            </a:r>
            <a:r>
              <a:rPr lang="ko-KR" altLang="en-US" dirty="0" err="1"/>
              <a:t>매커니즘처럼</a:t>
            </a:r>
            <a:r>
              <a:rPr lang="ko-KR" altLang="en-US" dirty="0"/>
              <a:t> 원하는 대로 교정 가능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인코더와 </a:t>
            </a:r>
            <a:r>
              <a:rPr lang="ko-KR" altLang="en-US" dirty="0" err="1"/>
              <a:t>디코더라고</a:t>
            </a:r>
            <a:r>
              <a:rPr lang="ko-KR" altLang="en-US" dirty="0"/>
              <a:t> 구성 </a:t>
            </a:r>
            <a:br>
              <a:rPr lang="en-US" altLang="ko-KR" dirty="0"/>
            </a:br>
            <a:r>
              <a:rPr lang="ko-KR" altLang="en-US" dirty="0"/>
              <a:t>이런 식의 문장이 어색한 부분 존재 </a:t>
            </a:r>
            <a:endParaRPr lang="en-US" altLang="ko-KR" dirty="0"/>
          </a:p>
        </p:txBody>
      </p:sp>
      <p:pic>
        <p:nvPicPr>
          <p:cNvPr id="7" name="그림 6" descr="The image depicts a complex neural network model, specifically a transformer, which uses encoders and a multi-head attention mechanism. It achieves a high BLEU score, indicating its effectiveness in language translation tasks.&#10;&#10;AI 생성 콘텐츠는 정확하지 않을 수 있습니다.">
            <a:extLst>
              <a:ext uri="{FF2B5EF4-FFF2-40B4-BE49-F238E27FC236}">
                <a16:creationId xmlns:a16="http://schemas.microsoft.com/office/drawing/2014/main" id="{928C580A-1412-CB85-411B-769ED8BD2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55" y="1960250"/>
            <a:ext cx="5598276" cy="293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1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FBE1A-B507-28A1-B2EB-74D02CE2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5F0B4-AEB0-2981-4469-1FCEE5FD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AD391-1ECC-7EA2-7F7A-6880EBC4B71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94648-4B7D-3FB5-D076-65F19BA8E761}"/>
              </a:ext>
            </a:extLst>
          </p:cNvPr>
          <p:cNvSpPr txBox="1"/>
          <p:nvPr/>
        </p:nvSpPr>
        <p:spPr>
          <a:xfrm>
            <a:off x="6719500" y="2370857"/>
            <a:ext cx="5349541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학습이 구글 번역 단어집이나 </a:t>
            </a:r>
            <a:br>
              <a:rPr lang="en-US" altLang="ko-KR" dirty="0"/>
            </a:br>
            <a:r>
              <a:rPr lang="ko-KR" altLang="en-US" dirty="0"/>
              <a:t>프롬프트보다 뛰어난 점도 존재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프롬프트나 단어집으로 고정을 한 경우</a:t>
            </a:r>
            <a:br>
              <a:rPr lang="en-US" altLang="ko-KR" dirty="0"/>
            </a:br>
            <a:r>
              <a:rPr lang="ko-KR" altLang="en-US" dirty="0"/>
              <a:t>무조건 해당 단어는 한가지로만 번역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학습은 문장을 기반으로 학습을 하여 </a:t>
            </a:r>
            <a:br>
              <a:rPr lang="en-US" altLang="ko-KR" dirty="0"/>
            </a:br>
            <a:r>
              <a:rPr lang="ko-KR" altLang="en-US" dirty="0"/>
              <a:t>논문이 아닌 일반적인 상황에서는 주의로 번역</a:t>
            </a:r>
            <a:endParaRPr lang="en-US" altLang="ko-KR" dirty="0"/>
          </a:p>
        </p:txBody>
      </p:sp>
      <p:pic>
        <p:nvPicPr>
          <p:cNvPr id="6" name="그림 5" descr="￭ﾔﾄ￫ﾠﾈ￬ﾙﾀ ￭ﾁﾴ￫ﾦﾽ￬ﾦﾈ: ￫ﾰﾰ￬ﾋﾬ￭ﾕﾠ ￪ﾲﾃ￬ﾝﾄ ￬ﾷﾨ￬ﾆﾌ￭ﾕﾘ￬ﾋﾭ￬ﾋﾜ￬ﾘﾤ. ￬ﾦﾉ, ￬ﾧﾁ￬ﾠﾑ ￭ﾁﾴ￫ﾦﾽ￬ﾝﾄ ￫ﾰﾘ￫ﾳﾵ.&#10;&#10;AI 생성 콘텐츠는 정확하지 않을 수 있습니다.">
            <a:extLst>
              <a:ext uri="{FF2B5EF4-FFF2-40B4-BE49-F238E27FC236}">
                <a16:creationId xmlns:a16="http://schemas.microsoft.com/office/drawing/2014/main" id="{FF4D4609-90F9-663B-959A-50047E482E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18006"/>
            <a:ext cx="5761107" cy="2365030"/>
          </a:xfrm>
          <a:prstGeom prst="rect">
            <a:avLst/>
          </a:prstGeom>
        </p:spPr>
      </p:pic>
      <p:pic>
        <p:nvPicPr>
          <p:cNvPr id="9" name="그림 8" descr="A user is inputting text into a translation system, requesting the Korean translation of the provided English text.&#10;&#10;AI 생성 콘텐츠는 정확하지 않을 수 있습니다.">
            <a:extLst>
              <a:ext uri="{FF2B5EF4-FFF2-40B4-BE49-F238E27FC236}">
                <a16:creationId xmlns:a16="http://schemas.microsoft.com/office/drawing/2014/main" id="{BA978FDB-B53E-710C-0DC1-18C347C20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9524"/>
            <a:ext cx="5713275" cy="218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6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58CD-7C0E-792F-2A61-AFC0EE45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446B5-E63A-C312-C075-0AE4E99F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1A81A-FF4A-286F-57C2-E0934DFCF66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7A2E1-25B6-421D-5214-461A237078B4}"/>
              </a:ext>
            </a:extLst>
          </p:cNvPr>
          <p:cNvSpPr txBox="1"/>
          <p:nvPr/>
        </p:nvSpPr>
        <p:spPr>
          <a:xfrm>
            <a:off x="6693559" y="2610806"/>
            <a:ext cx="5267789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쓰기 편하고 유연한 쪽은 프롬프트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아무리 하나로 고정된다 해도 수정하기가 용이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범용적으로 쓴다면 학습이 더 좋습니다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학습을 해두면 수정이 필요 없는 것도 장점</a:t>
            </a:r>
            <a:endParaRPr lang="en-US" altLang="ko-KR" dirty="0"/>
          </a:p>
        </p:txBody>
      </p:sp>
      <p:pic>
        <p:nvPicPr>
          <p:cNvPr id="6" name="그림 5" descr="￭ﾔﾄ￫ﾠﾈ￬ﾙﾀ ￭ﾁﾴ￫ﾦﾽ￬ﾦﾈ: ￫ﾰﾰ￬ﾋﾬ￭ﾕﾠ ￪ﾲﾃ￬ﾝﾄ ￬ﾷﾨ￬ﾆﾌ￭ﾕﾘ￬ﾋﾭ￬ﾋﾜ￬ﾘﾤ. ￬ﾦﾉ, ￬ﾧﾁ￬ﾠﾑ ￭ﾁﾴ￫ﾦﾽ￬ﾝﾄ ￫ﾰﾘ￫ﾳﾵ.&#10;&#10;AI 생성 콘텐츠는 정확하지 않을 수 있습니다.">
            <a:extLst>
              <a:ext uri="{FF2B5EF4-FFF2-40B4-BE49-F238E27FC236}">
                <a16:creationId xmlns:a16="http://schemas.microsoft.com/office/drawing/2014/main" id="{343DD29B-982F-D6F3-4534-117D9422F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18006"/>
            <a:ext cx="5761107" cy="2365030"/>
          </a:xfrm>
          <a:prstGeom prst="rect">
            <a:avLst/>
          </a:prstGeom>
        </p:spPr>
      </p:pic>
      <p:pic>
        <p:nvPicPr>
          <p:cNvPr id="9" name="그림 8" descr="A user is inputting text into a translation system, requesting the Korean translation of the provided English text.&#10;&#10;AI 생성 콘텐츠는 정확하지 않을 수 있습니다.">
            <a:extLst>
              <a:ext uri="{FF2B5EF4-FFF2-40B4-BE49-F238E27FC236}">
                <a16:creationId xmlns:a16="http://schemas.microsoft.com/office/drawing/2014/main" id="{D1723C31-6831-7EA1-337B-0FC680EC6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9524"/>
            <a:ext cx="5713275" cy="218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0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8F8B-AB1B-023C-CC84-78E918FD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666D7-5C63-1629-3F10-3AAB3DD9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월에는 무엇을 했나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1C3F6-CCA4-3F8A-C9C1-6753ECAF4D4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6A473-3533-1A01-E382-11E4E2860DF9}"/>
              </a:ext>
            </a:extLst>
          </p:cNvPr>
          <p:cNvSpPr txBox="1"/>
          <p:nvPr/>
        </p:nvSpPr>
        <p:spPr>
          <a:xfrm>
            <a:off x="6693559" y="2610806"/>
            <a:ext cx="4426212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가게를 하나 폐업했습니다</a:t>
            </a:r>
            <a:r>
              <a:rPr lang="en-US" altLang="ko-K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폐업하는 겸 원래 가게 리모델링 등등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이러다가 벌써 </a:t>
            </a:r>
            <a:r>
              <a:rPr lang="en-US" altLang="ko-KR" dirty="0"/>
              <a:t>2</a:t>
            </a:r>
            <a:r>
              <a:rPr lang="ko-KR" altLang="en-US" dirty="0"/>
              <a:t>월이 지났더라고요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정말 슬픕니다</a:t>
            </a:r>
            <a:endParaRPr lang="en-US" altLang="ko-KR" dirty="0"/>
          </a:p>
        </p:txBody>
      </p:sp>
      <p:pic>
        <p:nvPicPr>
          <p:cNvPr id="7" name="그림 6" descr="The image shows a hand holding a tripod with a camera attached, in a store setting.&#10;&#10;AI 생성 콘텐츠는 정확하지 않을 수 있습니다.">
            <a:extLst>
              <a:ext uri="{FF2B5EF4-FFF2-40B4-BE49-F238E27FC236}">
                <a16:creationId xmlns:a16="http://schemas.microsoft.com/office/drawing/2014/main" id="{4B0804F7-7875-1D92-2418-A47B51A6B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32293" y="1996541"/>
            <a:ext cx="2446810" cy="1835108"/>
          </a:xfrm>
          <a:prstGeom prst="rect">
            <a:avLst/>
          </a:prstGeom>
        </p:spPr>
      </p:pic>
      <p:pic>
        <p:nvPicPr>
          <p:cNvPr id="10" name="그림 9" descr="The image depicts a cluttered retail store shelf with various items such as boxes, a desk, a computer, and several products with labels and prices.&#10;&#10;AI 생성 콘텐츠는 정확하지 않을 수 있습니다.">
            <a:extLst>
              <a:ext uri="{FF2B5EF4-FFF2-40B4-BE49-F238E27FC236}">
                <a16:creationId xmlns:a16="http://schemas.microsoft.com/office/drawing/2014/main" id="{2007DEA0-B72E-D9E7-2862-32FEF277A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97184" y="4443351"/>
            <a:ext cx="2446811" cy="1835108"/>
          </a:xfrm>
          <a:prstGeom prst="rect">
            <a:avLst/>
          </a:prstGeom>
        </p:spPr>
      </p:pic>
      <p:pic>
        <p:nvPicPr>
          <p:cNvPr id="12" name="그림 11" descr="The image shows an empty pharmacy store with shelves containing various products, a door, and a tiled floor.&#10;&#10;AI 생성 콘텐츠는 정확하지 않을 수 있습니다.">
            <a:extLst>
              <a:ext uri="{FF2B5EF4-FFF2-40B4-BE49-F238E27FC236}">
                <a16:creationId xmlns:a16="http://schemas.microsoft.com/office/drawing/2014/main" id="{E89E0197-3F68-E835-0B7D-E0E60388C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97183" y="1996539"/>
            <a:ext cx="2446812" cy="18351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A959E1-3E79-94F8-1FCB-F7DCFA0695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05"/>
          <a:stretch>
            <a:fillRect/>
          </a:stretch>
        </p:blipFill>
        <p:spPr>
          <a:xfrm>
            <a:off x="3438145" y="4137500"/>
            <a:ext cx="1835108" cy="24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365</Words>
  <Application>Microsoft Office PowerPoint</Application>
  <PresentationFormat>와이드스크린</PresentationFormat>
  <Paragraphs>114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실시간 번역기 개선</vt:lpstr>
      <vt:lpstr>목차</vt:lpstr>
      <vt:lpstr>주제 선정 이유</vt:lpstr>
      <vt:lpstr>어떻게 개선을 했나?</vt:lpstr>
      <vt:lpstr>어떻게 개선을 했나?</vt:lpstr>
      <vt:lpstr>어떻게 개선을 했나?</vt:lpstr>
      <vt:lpstr>어떻게 개선을 했나?</vt:lpstr>
      <vt:lpstr>어떻게 개선을 했나?</vt:lpstr>
      <vt:lpstr>결과</vt:lpstr>
      <vt:lpstr>결과</vt:lpstr>
      <vt:lpstr>결과</vt:lpstr>
      <vt:lpstr>결과</vt:lpstr>
      <vt:lpstr>결론</vt:lpstr>
      <vt:lpstr>2월에는 무엇을 했나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2</cp:revision>
  <dcterms:created xsi:type="dcterms:W3CDTF">2025-09-25T05:57:29Z</dcterms:created>
  <dcterms:modified xsi:type="dcterms:W3CDTF">2026-02-25T15:59:23Z</dcterms:modified>
</cp:coreProperties>
</file>